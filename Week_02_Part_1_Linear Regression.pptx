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24" r:id="rId8"/>
    <p:sldId id="263" r:id="rId9"/>
    <p:sldId id="264" r:id="rId10"/>
    <p:sldId id="265" r:id="rId11"/>
    <p:sldId id="266" r:id="rId12"/>
    <p:sldId id="325" r:id="rId13"/>
    <p:sldId id="268" r:id="rId14"/>
    <p:sldId id="269" r:id="rId15"/>
    <p:sldId id="271" r:id="rId16"/>
    <p:sldId id="272" r:id="rId17"/>
    <p:sldId id="344" r:id="rId18"/>
    <p:sldId id="275" r:id="rId19"/>
    <p:sldId id="273" r:id="rId20"/>
    <p:sldId id="346" r:id="rId21"/>
    <p:sldId id="345" r:id="rId22"/>
    <p:sldId id="347" r:id="rId23"/>
    <p:sldId id="348" r:id="rId24"/>
    <p:sldId id="298" r:id="rId25"/>
    <p:sldId id="303" r:id="rId26"/>
    <p:sldId id="304" r:id="rId27"/>
    <p:sldId id="327" r:id="rId28"/>
    <p:sldId id="301" r:id="rId29"/>
    <p:sldId id="302" r:id="rId30"/>
    <p:sldId id="309" r:id="rId31"/>
    <p:sldId id="308" r:id="rId32"/>
    <p:sldId id="310" r:id="rId33"/>
    <p:sldId id="311" r:id="rId34"/>
    <p:sldId id="279" r:id="rId35"/>
    <p:sldId id="281" r:id="rId36"/>
    <p:sldId id="313" r:id="rId37"/>
    <p:sldId id="312" r:id="rId38"/>
    <p:sldId id="314" r:id="rId39"/>
    <p:sldId id="315" r:id="rId40"/>
    <p:sldId id="317" r:id="rId41"/>
    <p:sldId id="318" r:id="rId42"/>
    <p:sldId id="280" r:id="rId43"/>
    <p:sldId id="319" r:id="rId44"/>
    <p:sldId id="352" r:id="rId45"/>
    <p:sldId id="349" r:id="rId46"/>
    <p:sldId id="350" r:id="rId47"/>
    <p:sldId id="351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DA0B80-DB2F-44DF-A8BA-0F3E09AE9549}" v="308" dt="2026-01-26T08:03:09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55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57" Type="http://schemas.openxmlformats.org/officeDocument/2006/relationships/customXml" Target="../customXml/item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 Saadeh" userId="3cb906ed-5449-4556-905f-2231327ddc1a" providerId="ADAL" clId="{454ED7F6-9BA2-4548-88F5-A2FE5F82DAC2}"/>
    <pc:docChg chg="undo custSel addSld delSld modSld sldOrd">
      <pc:chgData name="Maha Saadeh" userId="3cb906ed-5449-4556-905f-2231327ddc1a" providerId="ADAL" clId="{454ED7F6-9BA2-4548-88F5-A2FE5F82DAC2}" dt="2026-01-26T08:03:09.788" v="1058" actId="16959"/>
      <pc:docMkLst>
        <pc:docMk/>
      </pc:docMkLst>
      <pc:sldChg chg="modSp modAnim">
        <pc:chgData name="Maha Saadeh" userId="3cb906ed-5449-4556-905f-2231327ddc1a" providerId="ADAL" clId="{454ED7F6-9BA2-4548-88F5-A2FE5F82DAC2}" dt="2026-01-25T10:28:26.071" v="196" actId="20577"/>
        <pc:sldMkLst>
          <pc:docMk/>
          <pc:sldMk cId="2877827779" sldId="256"/>
        </pc:sldMkLst>
        <pc:spChg chg="mod">
          <ac:chgData name="Maha Saadeh" userId="3cb906ed-5449-4556-905f-2231327ddc1a" providerId="ADAL" clId="{454ED7F6-9BA2-4548-88F5-A2FE5F82DAC2}" dt="2026-01-23T05:15:29.730" v="13" actId="20577"/>
          <ac:spMkLst>
            <pc:docMk/>
            <pc:sldMk cId="2877827779" sldId="256"/>
            <ac:spMk id="2" creationId="{F20B4343-FD8C-4EF6-9DB1-955D0A1D329F}"/>
          </ac:spMkLst>
        </pc:spChg>
        <pc:spChg chg="mod">
          <ac:chgData name="Maha Saadeh" userId="3cb906ed-5449-4556-905f-2231327ddc1a" providerId="ADAL" clId="{454ED7F6-9BA2-4548-88F5-A2FE5F82DAC2}" dt="2026-01-25T10:28:26.071" v="196" actId="20577"/>
          <ac:spMkLst>
            <pc:docMk/>
            <pc:sldMk cId="2877827779" sldId="256"/>
            <ac:spMk id="3" creationId="{AD4CED1A-92B8-49E0-B517-28300B98398D}"/>
          </ac:spMkLst>
        </pc:spChg>
      </pc:sldChg>
      <pc:sldChg chg="modSp mod">
        <pc:chgData name="Maha Saadeh" userId="3cb906ed-5449-4556-905f-2231327ddc1a" providerId="ADAL" clId="{454ED7F6-9BA2-4548-88F5-A2FE5F82DAC2}" dt="2026-01-23T05:36:44.040" v="117" actId="20577"/>
        <pc:sldMkLst>
          <pc:docMk/>
          <pc:sldMk cId="667241730" sldId="257"/>
        </pc:sldMkLst>
        <pc:spChg chg="mod">
          <ac:chgData name="Maha Saadeh" userId="3cb906ed-5449-4556-905f-2231327ddc1a" providerId="ADAL" clId="{454ED7F6-9BA2-4548-88F5-A2FE5F82DAC2}" dt="2026-01-23T05:36:44.040" v="117" actId="20577"/>
          <ac:spMkLst>
            <pc:docMk/>
            <pc:sldMk cId="667241730" sldId="257"/>
            <ac:spMk id="3" creationId="{2AA200AB-9810-4723-BE10-7942CF18263A}"/>
          </ac:spMkLst>
        </pc:spChg>
      </pc:sldChg>
      <pc:sldChg chg="modSp mod">
        <pc:chgData name="Maha Saadeh" userId="3cb906ed-5449-4556-905f-2231327ddc1a" providerId="ADAL" clId="{454ED7F6-9BA2-4548-88F5-A2FE5F82DAC2}" dt="2026-01-23T05:16:04.956" v="25" actId="20577"/>
        <pc:sldMkLst>
          <pc:docMk/>
          <pc:sldMk cId="701660129" sldId="259"/>
        </pc:sldMkLst>
        <pc:spChg chg="mod">
          <ac:chgData name="Maha Saadeh" userId="3cb906ed-5449-4556-905f-2231327ddc1a" providerId="ADAL" clId="{454ED7F6-9BA2-4548-88F5-A2FE5F82DAC2}" dt="2026-01-23T05:16:04.956" v="25" actId="20577"/>
          <ac:spMkLst>
            <pc:docMk/>
            <pc:sldMk cId="701660129" sldId="259"/>
            <ac:spMk id="2" creationId="{A8426F1A-3E52-446E-A64A-150E1CDD0CE2}"/>
          </ac:spMkLst>
        </pc:spChg>
        <pc:spChg chg="mod">
          <ac:chgData name="Maha Saadeh" userId="3cb906ed-5449-4556-905f-2231327ddc1a" providerId="ADAL" clId="{454ED7F6-9BA2-4548-88F5-A2FE5F82DAC2}" dt="2026-01-23T05:15:53.532" v="16" actId="20577"/>
          <ac:spMkLst>
            <pc:docMk/>
            <pc:sldMk cId="701660129" sldId="259"/>
            <ac:spMk id="3" creationId="{29A5F6EC-859E-4FC9-B3FA-10DC7D78281B}"/>
          </ac:spMkLst>
        </pc:spChg>
      </pc:sldChg>
      <pc:sldChg chg="addSp delSp modSp mod setBg">
        <pc:chgData name="Maha Saadeh" userId="3cb906ed-5449-4556-905f-2231327ddc1a" providerId="ADAL" clId="{454ED7F6-9BA2-4548-88F5-A2FE5F82DAC2}" dt="2026-01-26T07:00:50.424" v="770" actId="1076"/>
        <pc:sldMkLst>
          <pc:docMk/>
          <pc:sldMk cId="2554756206" sldId="272"/>
        </pc:sldMkLst>
        <pc:spChg chg="mod">
          <ac:chgData name="Maha Saadeh" userId="3cb906ed-5449-4556-905f-2231327ddc1a" providerId="ADAL" clId="{454ED7F6-9BA2-4548-88F5-A2FE5F82DAC2}" dt="2026-01-23T05:23:14.539" v="70" actId="26606"/>
          <ac:spMkLst>
            <pc:docMk/>
            <pc:sldMk cId="2554756206" sldId="272"/>
            <ac:spMk id="2" creationId="{8ACA1824-A6B6-4E9A-9003-33CDB3145103}"/>
          </ac:spMkLst>
        </pc:spChg>
        <pc:spChg chg="mod ord">
          <ac:chgData name="Maha Saadeh" userId="3cb906ed-5449-4556-905f-2231327ddc1a" providerId="ADAL" clId="{454ED7F6-9BA2-4548-88F5-A2FE5F82DAC2}" dt="2026-01-26T06:58:29.298" v="706" actId="20577"/>
          <ac:spMkLst>
            <pc:docMk/>
            <pc:sldMk cId="2554756206" sldId="272"/>
            <ac:spMk id="3" creationId="{BBD18125-B7DA-4280-994C-EC7312122FAE}"/>
          </ac:spMkLst>
        </pc:spChg>
        <pc:spChg chg="add del mod">
          <ac:chgData name="Maha Saadeh" userId="3cb906ed-5449-4556-905f-2231327ddc1a" providerId="ADAL" clId="{454ED7F6-9BA2-4548-88F5-A2FE5F82DAC2}" dt="2026-01-26T06:55:41.927" v="647" actId="478"/>
          <ac:spMkLst>
            <pc:docMk/>
            <pc:sldMk cId="2554756206" sldId="272"/>
            <ac:spMk id="4" creationId="{8A7DA94A-6116-040C-B12D-5F486D82AB54}"/>
          </ac:spMkLst>
        </pc:spChg>
        <pc:spChg chg="add mod">
          <ac:chgData name="Maha Saadeh" userId="3cb906ed-5449-4556-905f-2231327ddc1a" providerId="ADAL" clId="{454ED7F6-9BA2-4548-88F5-A2FE5F82DAC2}" dt="2026-01-26T07:00:50.424" v="770" actId="1076"/>
          <ac:spMkLst>
            <pc:docMk/>
            <pc:sldMk cId="2554756206" sldId="272"/>
            <ac:spMk id="5" creationId="{D1DF7293-7DA5-70A5-4EC2-0FF0EBED700C}"/>
          </ac:spMkLst>
        </pc:spChg>
        <pc:picChg chg="add del mod ord">
          <ac:chgData name="Maha Saadeh" userId="3cb906ed-5449-4556-905f-2231327ddc1a" providerId="ADAL" clId="{454ED7F6-9BA2-4548-88F5-A2FE5F82DAC2}" dt="2026-01-26T06:57:35.162" v="659" actId="478"/>
          <ac:picMkLst>
            <pc:docMk/>
            <pc:sldMk cId="2554756206" sldId="272"/>
            <ac:picMk id="15" creationId="{D9457D72-6934-E92A-87E7-B0B07E0067B1}"/>
          </ac:picMkLst>
        </pc:picChg>
        <pc:picChg chg="add del mod ord">
          <ac:chgData name="Maha Saadeh" userId="3cb906ed-5449-4556-905f-2231327ddc1a" providerId="ADAL" clId="{454ED7F6-9BA2-4548-88F5-A2FE5F82DAC2}" dt="2026-01-26T06:55:43.513" v="648" actId="478"/>
          <ac:picMkLst>
            <pc:docMk/>
            <pc:sldMk cId="2554756206" sldId="272"/>
            <ac:picMk id="16" creationId="{9A842AE4-6632-7257-ABC0-8BF7DA6DFF17}"/>
          </ac:picMkLst>
        </pc:picChg>
        <pc:picChg chg="add mod">
          <ac:chgData name="Maha Saadeh" userId="3cb906ed-5449-4556-905f-2231327ddc1a" providerId="ADAL" clId="{454ED7F6-9BA2-4548-88F5-A2FE5F82DAC2}" dt="2026-01-26T07:00:47.298" v="769" actId="1076"/>
          <ac:picMkLst>
            <pc:docMk/>
            <pc:sldMk cId="2554756206" sldId="272"/>
            <ac:picMk id="19" creationId="{9D76CB42-73BA-FF82-05B0-7CDEF5782D68}"/>
          </ac:picMkLst>
        </pc:picChg>
      </pc:sldChg>
      <pc:sldChg chg="addSp modSp mod">
        <pc:chgData name="Maha Saadeh" userId="3cb906ed-5449-4556-905f-2231327ddc1a" providerId="ADAL" clId="{454ED7F6-9BA2-4548-88F5-A2FE5F82DAC2}" dt="2026-01-26T07:25:17.558" v="1036" actId="20577"/>
        <pc:sldMkLst>
          <pc:docMk/>
          <pc:sldMk cId="2176840969" sldId="273"/>
        </pc:sldMkLst>
        <pc:spChg chg="mod">
          <ac:chgData name="Maha Saadeh" userId="3cb906ed-5449-4556-905f-2231327ddc1a" providerId="ADAL" clId="{454ED7F6-9BA2-4548-88F5-A2FE5F82DAC2}" dt="2026-01-26T07:06:09.699" v="819" actId="14100"/>
          <ac:spMkLst>
            <pc:docMk/>
            <pc:sldMk cId="2176840969" sldId="273"/>
            <ac:spMk id="3" creationId="{CB09E8FA-AD97-415A-9A9F-2A784CB5C729}"/>
          </ac:spMkLst>
        </pc:spChg>
        <pc:spChg chg="mod">
          <ac:chgData name="Maha Saadeh" userId="3cb906ed-5449-4556-905f-2231327ddc1a" providerId="ADAL" clId="{454ED7F6-9BA2-4548-88F5-A2FE5F82DAC2}" dt="2026-01-26T07:06:16.635" v="822" actId="14100"/>
          <ac:spMkLst>
            <pc:docMk/>
            <pc:sldMk cId="2176840969" sldId="273"/>
            <ac:spMk id="7" creationId="{EA3C779D-D099-418F-99B2-079FE4C7CA88}"/>
          </ac:spMkLst>
        </pc:spChg>
        <pc:spChg chg="mod">
          <ac:chgData name="Maha Saadeh" userId="3cb906ed-5449-4556-905f-2231327ddc1a" providerId="ADAL" clId="{454ED7F6-9BA2-4548-88F5-A2FE5F82DAC2}" dt="2026-01-26T07:25:17.558" v="1036" actId="20577"/>
          <ac:spMkLst>
            <pc:docMk/>
            <pc:sldMk cId="2176840969" sldId="273"/>
            <ac:spMk id="10" creationId="{1E242A7B-F705-457C-B711-CEF5901641E0}"/>
          </ac:spMkLst>
        </pc:spChg>
        <pc:spChg chg="mod">
          <ac:chgData name="Maha Saadeh" userId="3cb906ed-5449-4556-905f-2231327ddc1a" providerId="ADAL" clId="{454ED7F6-9BA2-4548-88F5-A2FE5F82DAC2}" dt="2026-01-23T05:29:41.669" v="104" actId="1076"/>
          <ac:spMkLst>
            <pc:docMk/>
            <pc:sldMk cId="2176840969" sldId="273"/>
            <ac:spMk id="11" creationId="{9ECB142B-8F6D-4FCA-BBD6-0343A9A25CB8}"/>
          </ac:spMkLst>
        </pc:spChg>
        <pc:picChg chg="add mod">
          <ac:chgData name="Maha Saadeh" userId="3cb906ed-5449-4556-905f-2231327ddc1a" providerId="ADAL" clId="{454ED7F6-9BA2-4548-88F5-A2FE5F82DAC2}" dt="2026-01-26T07:06:33.086" v="823" actId="1076"/>
          <ac:picMkLst>
            <pc:docMk/>
            <pc:sldMk cId="2176840969" sldId="273"/>
            <ac:picMk id="4" creationId="{2A1980F4-D4A5-94A4-896F-C7383D88D54E}"/>
          </ac:picMkLst>
        </pc:picChg>
      </pc:sldChg>
      <pc:sldChg chg="modSp mod">
        <pc:chgData name="Maha Saadeh" userId="3cb906ed-5449-4556-905f-2231327ddc1a" providerId="ADAL" clId="{454ED7F6-9BA2-4548-88F5-A2FE5F82DAC2}" dt="2026-01-26T07:04:30.657" v="809" actId="113"/>
        <pc:sldMkLst>
          <pc:docMk/>
          <pc:sldMk cId="4145306657" sldId="275"/>
        </pc:sldMkLst>
        <pc:spChg chg="mod">
          <ac:chgData name="Maha Saadeh" userId="3cb906ed-5449-4556-905f-2231327ddc1a" providerId="ADAL" clId="{454ED7F6-9BA2-4548-88F5-A2FE5F82DAC2}" dt="2026-01-26T07:04:30.657" v="809" actId="113"/>
          <ac:spMkLst>
            <pc:docMk/>
            <pc:sldMk cId="4145306657" sldId="275"/>
            <ac:spMk id="3" creationId="{C36A27DE-5742-4FEC-9DD6-CFD94778ED74}"/>
          </ac:spMkLst>
        </pc:spChg>
        <pc:spChg chg="mod">
          <ac:chgData name="Maha Saadeh" userId="3cb906ed-5449-4556-905f-2231327ddc1a" providerId="ADAL" clId="{454ED7F6-9BA2-4548-88F5-A2FE5F82DAC2}" dt="2026-01-26T07:04:00.849" v="805" actId="20577"/>
          <ac:spMkLst>
            <pc:docMk/>
            <pc:sldMk cId="4145306657" sldId="275"/>
            <ac:spMk id="4" creationId="{0104234C-B71A-40B7-B9AD-9919F6328814}"/>
          </ac:spMkLst>
        </pc:spChg>
      </pc:sldChg>
      <pc:sldChg chg="modSp mod">
        <pc:chgData name="Maha Saadeh" userId="3cb906ed-5449-4556-905f-2231327ddc1a" providerId="ADAL" clId="{454ED7F6-9BA2-4548-88F5-A2FE5F82DAC2}" dt="2026-01-26T07:17:09.586" v="928" actId="20577"/>
        <pc:sldMkLst>
          <pc:docMk/>
          <pc:sldMk cId="891854666" sldId="279"/>
        </pc:sldMkLst>
        <pc:spChg chg="mod">
          <ac:chgData name="Maha Saadeh" userId="3cb906ed-5449-4556-905f-2231327ddc1a" providerId="ADAL" clId="{454ED7F6-9BA2-4548-88F5-A2FE5F82DAC2}" dt="2026-01-26T07:17:09.586" v="928" actId="20577"/>
          <ac:spMkLst>
            <pc:docMk/>
            <pc:sldMk cId="891854666" sldId="279"/>
            <ac:spMk id="3" creationId="{54340773-8857-47F6-AD47-C60B0F5A9C8B}"/>
          </ac:spMkLst>
        </pc:spChg>
      </pc:sldChg>
      <pc:sldChg chg="modSp mod">
        <pc:chgData name="Maha Saadeh" userId="3cb906ed-5449-4556-905f-2231327ddc1a" providerId="ADAL" clId="{454ED7F6-9BA2-4548-88F5-A2FE5F82DAC2}" dt="2026-01-26T07:18:46.497" v="946" actId="20577"/>
        <pc:sldMkLst>
          <pc:docMk/>
          <pc:sldMk cId="3716967045" sldId="281"/>
        </pc:sldMkLst>
        <pc:spChg chg="mod">
          <ac:chgData name="Maha Saadeh" userId="3cb906ed-5449-4556-905f-2231327ddc1a" providerId="ADAL" clId="{454ED7F6-9BA2-4548-88F5-A2FE5F82DAC2}" dt="2026-01-26T07:18:46.497" v="946" actId="20577"/>
          <ac:spMkLst>
            <pc:docMk/>
            <pc:sldMk cId="3716967045" sldId="281"/>
            <ac:spMk id="3" creationId="{780B7831-4558-4465-A294-EAB9DB926F48}"/>
          </ac:spMkLst>
        </pc:spChg>
      </pc:sldChg>
      <pc:sldChg chg="modSp mod">
        <pc:chgData name="Maha Saadeh" userId="3cb906ed-5449-4556-905f-2231327ddc1a" providerId="ADAL" clId="{454ED7F6-9BA2-4548-88F5-A2FE5F82DAC2}" dt="2026-01-26T07:11:44.576" v="876" actId="20577"/>
        <pc:sldMkLst>
          <pc:docMk/>
          <pc:sldMk cId="2161015864" sldId="298"/>
        </pc:sldMkLst>
        <pc:spChg chg="mod">
          <ac:chgData name="Maha Saadeh" userId="3cb906ed-5449-4556-905f-2231327ddc1a" providerId="ADAL" clId="{454ED7F6-9BA2-4548-88F5-A2FE5F82DAC2}" dt="2026-01-26T07:11:44.576" v="876" actId="20577"/>
          <ac:spMkLst>
            <pc:docMk/>
            <pc:sldMk cId="2161015864" sldId="298"/>
            <ac:spMk id="2" creationId="{7567EC4A-1D6B-4E92-A483-588BEC8BC441}"/>
          </ac:spMkLst>
        </pc:spChg>
        <pc:spChg chg="mod">
          <ac:chgData name="Maha Saadeh" userId="3cb906ed-5449-4556-905f-2231327ddc1a" providerId="ADAL" clId="{454ED7F6-9BA2-4548-88F5-A2FE5F82DAC2}" dt="2026-01-26T07:11:36.901" v="868" actId="2711"/>
          <ac:spMkLst>
            <pc:docMk/>
            <pc:sldMk cId="2161015864" sldId="298"/>
            <ac:spMk id="3" creationId="{DCC66322-A9EA-4A57-A0CC-7BF8E4AD4336}"/>
          </ac:spMkLst>
        </pc:spChg>
      </pc:sldChg>
      <pc:sldChg chg="modSp mod">
        <pc:chgData name="Maha Saadeh" userId="3cb906ed-5449-4556-905f-2231327ddc1a" providerId="ADAL" clId="{454ED7F6-9BA2-4548-88F5-A2FE5F82DAC2}" dt="2026-01-26T07:12:46.046" v="879" actId="1076"/>
        <pc:sldMkLst>
          <pc:docMk/>
          <pc:sldMk cId="2790652595" sldId="301"/>
        </pc:sldMkLst>
        <pc:spChg chg="mod">
          <ac:chgData name="Maha Saadeh" userId="3cb906ed-5449-4556-905f-2231327ddc1a" providerId="ADAL" clId="{454ED7F6-9BA2-4548-88F5-A2FE5F82DAC2}" dt="2026-01-26T07:12:46.046" v="879" actId="1076"/>
          <ac:spMkLst>
            <pc:docMk/>
            <pc:sldMk cId="2790652595" sldId="301"/>
            <ac:spMk id="23" creationId="{521C946F-90CF-4290-B027-723E5FCEE44D}"/>
          </ac:spMkLst>
        </pc:spChg>
      </pc:sldChg>
      <pc:sldChg chg="modSp mod">
        <pc:chgData name="Maha Saadeh" userId="3cb906ed-5449-4556-905f-2231327ddc1a" providerId="ADAL" clId="{454ED7F6-9BA2-4548-88F5-A2FE5F82DAC2}" dt="2026-01-26T07:13:06.651" v="881" actId="1076"/>
        <pc:sldMkLst>
          <pc:docMk/>
          <pc:sldMk cId="3433238073" sldId="302"/>
        </pc:sldMkLst>
        <pc:spChg chg="mod">
          <ac:chgData name="Maha Saadeh" userId="3cb906ed-5449-4556-905f-2231327ddc1a" providerId="ADAL" clId="{454ED7F6-9BA2-4548-88F5-A2FE5F82DAC2}" dt="2026-01-26T07:13:06.651" v="881" actId="1076"/>
          <ac:spMkLst>
            <pc:docMk/>
            <pc:sldMk cId="3433238073" sldId="302"/>
            <ac:spMk id="23" creationId="{9DEFBD71-C6CB-4A5F-84DD-4ECDBE921DC7}"/>
          </ac:spMkLst>
        </pc:spChg>
      </pc:sldChg>
      <pc:sldChg chg="delSp modSp del mod">
        <pc:chgData name="Maha Saadeh" userId="3cb906ed-5449-4556-905f-2231327ddc1a" providerId="ADAL" clId="{454ED7F6-9BA2-4548-88F5-A2FE5F82DAC2}" dt="2026-01-26T07:12:59.778" v="880" actId="47"/>
        <pc:sldMkLst>
          <pc:docMk/>
          <pc:sldMk cId="3866266658" sldId="305"/>
        </pc:sldMkLst>
      </pc:sldChg>
      <pc:sldChg chg="addSp delSp modSp mod">
        <pc:chgData name="Maha Saadeh" userId="3cb906ed-5449-4556-905f-2231327ddc1a" providerId="ADAL" clId="{454ED7F6-9BA2-4548-88F5-A2FE5F82DAC2}" dt="2026-01-26T07:15:43.583" v="910" actId="1076"/>
        <pc:sldMkLst>
          <pc:docMk/>
          <pc:sldMk cId="2298385926" sldId="310"/>
        </pc:sldMkLst>
        <pc:spChg chg="add mod">
          <ac:chgData name="Maha Saadeh" userId="3cb906ed-5449-4556-905f-2231327ddc1a" providerId="ADAL" clId="{454ED7F6-9BA2-4548-88F5-A2FE5F82DAC2}" dt="2026-01-26T07:14:14.926" v="883" actId="1076"/>
          <ac:spMkLst>
            <pc:docMk/>
            <pc:sldMk cId="2298385926" sldId="310"/>
            <ac:spMk id="3" creationId="{00A2E91E-ABFF-FCC7-A229-BD8BB8662182}"/>
          </ac:spMkLst>
        </pc:spChg>
        <pc:spChg chg="add mod">
          <ac:chgData name="Maha Saadeh" userId="3cb906ed-5449-4556-905f-2231327ddc1a" providerId="ADAL" clId="{454ED7F6-9BA2-4548-88F5-A2FE5F82DAC2}" dt="2026-01-26T07:14:33.751" v="900" actId="20577"/>
          <ac:spMkLst>
            <pc:docMk/>
            <pc:sldMk cId="2298385926" sldId="310"/>
            <ac:spMk id="5" creationId="{44682B97-AD0F-1972-5C1B-DB5DD1CFE3D7}"/>
          </ac:spMkLst>
        </pc:spChg>
        <pc:spChg chg="add mod">
          <ac:chgData name="Maha Saadeh" userId="3cb906ed-5449-4556-905f-2231327ddc1a" providerId="ADAL" clId="{454ED7F6-9BA2-4548-88F5-A2FE5F82DAC2}" dt="2026-01-26T07:15:21.340" v="905" actId="1076"/>
          <ac:spMkLst>
            <pc:docMk/>
            <pc:sldMk cId="2298385926" sldId="310"/>
            <ac:spMk id="6" creationId="{739AD702-7C7F-81D9-7790-7ACDF6381BDA}"/>
          </ac:spMkLst>
        </pc:spChg>
        <pc:spChg chg="add mod">
          <ac:chgData name="Maha Saadeh" userId="3cb906ed-5449-4556-905f-2231327ddc1a" providerId="ADAL" clId="{454ED7F6-9BA2-4548-88F5-A2FE5F82DAC2}" dt="2026-01-26T07:15:33.561" v="908" actId="14100"/>
          <ac:spMkLst>
            <pc:docMk/>
            <pc:sldMk cId="2298385926" sldId="310"/>
            <ac:spMk id="7" creationId="{31292EDF-1326-395D-42FB-F21E2EE42A7A}"/>
          </ac:spMkLst>
        </pc:spChg>
        <pc:spChg chg="del">
          <ac:chgData name="Maha Saadeh" userId="3cb906ed-5449-4556-905f-2231327ddc1a" providerId="ADAL" clId="{454ED7F6-9BA2-4548-88F5-A2FE5F82DAC2}" dt="2026-01-26T07:15:04" v="902" actId="478"/>
          <ac:spMkLst>
            <pc:docMk/>
            <pc:sldMk cId="2298385926" sldId="310"/>
            <ac:spMk id="41" creationId="{E6F46BCF-BACF-40E9-8C60-E65F87A8A209}"/>
          </ac:spMkLst>
        </pc:spChg>
        <pc:spChg chg="mod">
          <ac:chgData name="Maha Saadeh" userId="3cb906ed-5449-4556-905f-2231327ddc1a" providerId="ADAL" clId="{454ED7F6-9BA2-4548-88F5-A2FE5F82DAC2}" dt="2026-01-26T07:15:43.583" v="910" actId="1076"/>
          <ac:spMkLst>
            <pc:docMk/>
            <pc:sldMk cId="2298385926" sldId="310"/>
            <ac:spMk id="43" creationId="{65D70BBC-56CE-487F-A15A-6AEE05F5DE83}"/>
          </ac:spMkLst>
        </pc:spChg>
        <pc:spChg chg="mod">
          <ac:chgData name="Maha Saadeh" userId="3cb906ed-5449-4556-905f-2231327ddc1a" providerId="ADAL" clId="{454ED7F6-9BA2-4548-88F5-A2FE5F82DAC2}" dt="2026-01-26T07:15:39.933" v="909" actId="1076"/>
          <ac:spMkLst>
            <pc:docMk/>
            <pc:sldMk cId="2298385926" sldId="310"/>
            <ac:spMk id="44" creationId="{8B96B6A0-6975-41CA-A43B-07D51AAA9DC0}"/>
          </ac:spMkLst>
        </pc:spChg>
        <pc:spChg chg="del">
          <ac:chgData name="Maha Saadeh" userId="3cb906ed-5449-4556-905f-2231327ddc1a" providerId="ADAL" clId="{454ED7F6-9BA2-4548-88F5-A2FE5F82DAC2}" dt="2026-01-26T07:15:08.031" v="903" actId="478"/>
          <ac:spMkLst>
            <pc:docMk/>
            <pc:sldMk cId="2298385926" sldId="310"/>
            <ac:spMk id="53" creationId="{FE4324BE-FB56-4FAA-B348-BC54DD9CBA35}"/>
          </ac:spMkLst>
        </pc:spChg>
      </pc:sldChg>
      <pc:sldChg chg="delSp mod">
        <pc:chgData name="Maha Saadeh" userId="3cb906ed-5449-4556-905f-2231327ddc1a" providerId="ADAL" clId="{454ED7F6-9BA2-4548-88F5-A2FE5F82DAC2}" dt="2026-01-26T07:14:57.959" v="901" actId="478"/>
        <pc:sldMkLst>
          <pc:docMk/>
          <pc:sldMk cId="1668213843" sldId="311"/>
        </pc:sldMkLst>
        <pc:spChg chg="del">
          <ac:chgData name="Maha Saadeh" userId="3cb906ed-5449-4556-905f-2231327ddc1a" providerId="ADAL" clId="{454ED7F6-9BA2-4548-88F5-A2FE5F82DAC2}" dt="2026-01-26T07:14:57.959" v="901" actId="478"/>
          <ac:spMkLst>
            <pc:docMk/>
            <pc:sldMk cId="1668213843" sldId="311"/>
            <ac:spMk id="31" creationId="{B2073ED1-2A57-4084-8D9D-E15252F88851}"/>
          </ac:spMkLst>
        </pc:spChg>
      </pc:sldChg>
      <pc:sldChg chg="delSp modSp mod">
        <pc:chgData name="Maha Saadeh" userId="3cb906ed-5449-4556-905f-2231327ddc1a" providerId="ADAL" clId="{454ED7F6-9BA2-4548-88F5-A2FE5F82DAC2}" dt="2026-01-26T07:20:16.703" v="975" actId="478"/>
        <pc:sldMkLst>
          <pc:docMk/>
          <pc:sldMk cId="3109610552" sldId="312"/>
        </pc:sldMkLst>
        <pc:spChg chg="mod">
          <ac:chgData name="Maha Saadeh" userId="3cb906ed-5449-4556-905f-2231327ddc1a" providerId="ADAL" clId="{454ED7F6-9BA2-4548-88F5-A2FE5F82DAC2}" dt="2026-01-26T07:19:58.481" v="962" actId="20577"/>
          <ac:spMkLst>
            <pc:docMk/>
            <pc:sldMk cId="3109610552" sldId="312"/>
            <ac:spMk id="3" creationId="{B54E8916-CF04-4C75-A41F-D70E54DCFE07}"/>
          </ac:spMkLst>
        </pc:spChg>
        <pc:spChg chg="del">
          <ac:chgData name="Maha Saadeh" userId="3cb906ed-5449-4556-905f-2231327ddc1a" providerId="ADAL" clId="{454ED7F6-9BA2-4548-88F5-A2FE5F82DAC2}" dt="2026-01-26T07:19:51.420" v="956" actId="478"/>
          <ac:spMkLst>
            <pc:docMk/>
            <pc:sldMk cId="3109610552" sldId="312"/>
            <ac:spMk id="27" creationId="{8015DD38-4403-4E91-A8F7-D84CADE92145}"/>
          </ac:spMkLst>
        </pc:spChg>
        <pc:spChg chg="del mod">
          <ac:chgData name="Maha Saadeh" userId="3cb906ed-5449-4556-905f-2231327ddc1a" providerId="ADAL" clId="{454ED7F6-9BA2-4548-88F5-A2FE5F82DAC2}" dt="2026-01-26T07:20:16.703" v="975" actId="478"/>
          <ac:spMkLst>
            <pc:docMk/>
            <pc:sldMk cId="3109610552" sldId="312"/>
            <ac:spMk id="31" creationId="{B2073ED1-2A57-4084-8D9D-E15252F88851}"/>
          </ac:spMkLst>
        </pc:spChg>
        <pc:spChg chg="mod">
          <ac:chgData name="Maha Saadeh" userId="3cb906ed-5449-4556-905f-2231327ddc1a" providerId="ADAL" clId="{454ED7F6-9BA2-4548-88F5-A2FE5F82DAC2}" dt="2026-01-23T05:39:58.559" v="177" actId="1076"/>
          <ac:spMkLst>
            <pc:docMk/>
            <pc:sldMk cId="3109610552" sldId="312"/>
            <ac:spMk id="34" creationId="{94809532-A924-4CF8-90B4-B10AEBC7D444}"/>
          </ac:spMkLst>
        </pc:spChg>
        <pc:spChg chg="mod">
          <ac:chgData name="Maha Saadeh" userId="3cb906ed-5449-4556-905f-2231327ddc1a" providerId="ADAL" clId="{454ED7F6-9BA2-4548-88F5-A2FE5F82DAC2}" dt="2026-01-23T05:39:52.068" v="176" actId="1037"/>
          <ac:spMkLst>
            <pc:docMk/>
            <pc:sldMk cId="3109610552" sldId="312"/>
            <ac:spMk id="35" creationId="{85995A3C-F8CA-45D8-A4D3-9184C5371D0E}"/>
          </ac:spMkLst>
        </pc:spChg>
        <pc:spChg chg="mod">
          <ac:chgData name="Maha Saadeh" userId="3cb906ed-5449-4556-905f-2231327ddc1a" providerId="ADAL" clId="{454ED7F6-9BA2-4548-88F5-A2FE5F82DAC2}" dt="2026-01-23T05:39:52.068" v="176" actId="1037"/>
          <ac:spMkLst>
            <pc:docMk/>
            <pc:sldMk cId="3109610552" sldId="312"/>
            <ac:spMk id="38" creationId="{EB12B2FC-F2B0-4A66-AEA1-39CC2C52316B}"/>
          </ac:spMkLst>
        </pc:spChg>
        <pc:spChg chg="mod">
          <ac:chgData name="Maha Saadeh" userId="3cb906ed-5449-4556-905f-2231327ddc1a" providerId="ADAL" clId="{454ED7F6-9BA2-4548-88F5-A2FE5F82DAC2}" dt="2026-01-23T05:39:52.068" v="176" actId="1037"/>
          <ac:spMkLst>
            <pc:docMk/>
            <pc:sldMk cId="3109610552" sldId="312"/>
            <ac:spMk id="39" creationId="{12E6A31D-2EC1-470F-B38D-BEA9CAFEB694}"/>
          </ac:spMkLst>
        </pc:spChg>
        <pc:spChg chg="mod">
          <ac:chgData name="Maha Saadeh" userId="3cb906ed-5449-4556-905f-2231327ddc1a" providerId="ADAL" clId="{454ED7F6-9BA2-4548-88F5-A2FE5F82DAC2}" dt="2026-01-23T05:39:52.068" v="176" actId="1037"/>
          <ac:spMkLst>
            <pc:docMk/>
            <pc:sldMk cId="3109610552" sldId="312"/>
            <ac:spMk id="40" creationId="{6FFD97F7-7EC5-4290-B1E0-34F8E6CE2CC9}"/>
          </ac:spMkLst>
        </pc:spChg>
        <pc:spChg chg="mod">
          <ac:chgData name="Maha Saadeh" userId="3cb906ed-5449-4556-905f-2231327ddc1a" providerId="ADAL" clId="{454ED7F6-9BA2-4548-88F5-A2FE5F82DAC2}" dt="2026-01-26T07:20:04.578" v="968" actId="20577"/>
          <ac:spMkLst>
            <pc:docMk/>
            <pc:sldMk cId="3109610552" sldId="312"/>
            <ac:spMk id="45" creationId="{7AD120E8-310E-49E0-87B1-A5D5265804E1}"/>
          </ac:spMkLst>
        </pc:spChg>
        <pc:spChg chg="mod">
          <ac:chgData name="Maha Saadeh" userId="3cb906ed-5449-4556-905f-2231327ddc1a" providerId="ADAL" clId="{454ED7F6-9BA2-4548-88F5-A2FE5F82DAC2}" dt="2026-01-26T07:20:09.970" v="974" actId="20577"/>
          <ac:spMkLst>
            <pc:docMk/>
            <pc:sldMk cId="3109610552" sldId="312"/>
            <ac:spMk id="46" creationId="{EA95A3B5-C9D2-470C-9243-09D5C559AA11}"/>
          </ac:spMkLst>
        </pc:spChg>
        <pc:spChg chg="mod">
          <ac:chgData name="Maha Saadeh" userId="3cb906ed-5449-4556-905f-2231327ddc1a" providerId="ADAL" clId="{454ED7F6-9BA2-4548-88F5-A2FE5F82DAC2}" dt="2026-01-23T05:39:52.068" v="176" actId="1037"/>
          <ac:spMkLst>
            <pc:docMk/>
            <pc:sldMk cId="3109610552" sldId="312"/>
            <ac:spMk id="64" creationId="{7B2957D4-BC48-49F7-9387-A85EDBB10A82}"/>
          </ac:spMkLst>
        </pc:spChg>
        <pc:spChg chg="mod">
          <ac:chgData name="Maha Saadeh" userId="3cb906ed-5449-4556-905f-2231327ddc1a" providerId="ADAL" clId="{454ED7F6-9BA2-4548-88F5-A2FE5F82DAC2}" dt="2026-01-23T05:39:52.068" v="176" actId="1037"/>
          <ac:spMkLst>
            <pc:docMk/>
            <pc:sldMk cId="3109610552" sldId="312"/>
            <ac:spMk id="73" creationId="{A027AEF2-17F6-4D67-8976-B68D28321422}"/>
          </ac:spMkLst>
        </pc:spChg>
        <pc:spChg chg="mod">
          <ac:chgData name="Maha Saadeh" userId="3cb906ed-5449-4556-905f-2231327ddc1a" providerId="ADAL" clId="{454ED7F6-9BA2-4548-88F5-A2FE5F82DAC2}" dt="2026-01-23T05:39:52.068" v="176" actId="1037"/>
          <ac:spMkLst>
            <pc:docMk/>
            <pc:sldMk cId="3109610552" sldId="312"/>
            <ac:spMk id="74" creationId="{53A7BEF0-0FF3-4A4B-863B-E7803D4E8C17}"/>
          </ac:spMkLst>
        </pc:spChg>
        <pc:spChg chg="mod">
          <ac:chgData name="Maha Saadeh" userId="3cb906ed-5449-4556-905f-2231327ddc1a" providerId="ADAL" clId="{454ED7F6-9BA2-4548-88F5-A2FE5F82DAC2}" dt="2026-01-23T05:39:52.068" v="176" actId="1037"/>
          <ac:spMkLst>
            <pc:docMk/>
            <pc:sldMk cId="3109610552" sldId="312"/>
            <ac:spMk id="75" creationId="{5DE2D655-BF7F-4AD7-9E60-B71254A7F31A}"/>
          </ac:spMkLst>
        </pc:spChg>
        <pc:spChg chg="mod">
          <ac:chgData name="Maha Saadeh" userId="3cb906ed-5449-4556-905f-2231327ddc1a" providerId="ADAL" clId="{454ED7F6-9BA2-4548-88F5-A2FE5F82DAC2}" dt="2026-01-23T05:39:52.068" v="176" actId="1037"/>
          <ac:spMkLst>
            <pc:docMk/>
            <pc:sldMk cId="3109610552" sldId="312"/>
            <ac:spMk id="76" creationId="{35DC671D-2120-4877-93EA-6D9091FC428A}"/>
          </ac:spMkLst>
        </pc:spChg>
      </pc:sldChg>
      <pc:sldChg chg="modSp mod">
        <pc:chgData name="Maha Saadeh" userId="3cb906ed-5449-4556-905f-2231327ddc1a" providerId="ADAL" clId="{454ED7F6-9BA2-4548-88F5-A2FE5F82DAC2}" dt="2026-01-26T07:19:31.340" v="955"/>
        <pc:sldMkLst>
          <pc:docMk/>
          <pc:sldMk cId="482511711" sldId="313"/>
        </pc:sldMkLst>
        <pc:spChg chg="mod">
          <ac:chgData name="Maha Saadeh" userId="3cb906ed-5449-4556-905f-2231327ddc1a" providerId="ADAL" clId="{454ED7F6-9BA2-4548-88F5-A2FE5F82DAC2}" dt="2026-01-26T07:19:31.340" v="955"/>
          <ac:spMkLst>
            <pc:docMk/>
            <pc:sldMk cId="482511711" sldId="313"/>
            <ac:spMk id="27" creationId="{8015DD38-4403-4E91-A8F7-D84CADE92145}"/>
          </ac:spMkLst>
        </pc:spChg>
        <pc:spChg chg="mod">
          <ac:chgData name="Maha Saadeh" userId="3cb906ed-5449-4556-905f-2231327ddc1a" providerId="ADAL" clId="{454ED7F6-9BA2-4548-88F5-A2FE5F82DAC2}" dt="2026-01-26T07:19:26.500" v="953" actId="21"/>
          <ac:spMkLst>
            <pc:docMk/>
            <pc:sldMk cId="482511711" sldId="313"/>
            <ac:spMk id="92" creationId="{768B93E4-CB77-4B3A-9F70-A44C29E8F218}"/>
          </ac:spMkLst>
        </pc:spChg>
      </pc:sldChg>
      <pc:sldChg chg="modSp">
        <pc:chgData name="Maha Saadeh" userId="3cb906ed-5449-4556-905f-2231327ddc1a" providerId="ADAL" clId="{454ED7F6-9BA2-4548-88F5-A2FE5F82DAC2}" dt="2026-01-26T07:21:05.658" v="981" actId="20577"/>
        <pc:sldMkLst>
          <pc:docMk/>
          <pc:sldMk cId="4253859020" sldId="318"/>
        </pc:sldMkLst>
        <pc:spChg chg="mod">
          <ac:chgData name="Maha Saadeh" userId="3cb906ed-5449-4556-905f-2231327ddc1a" providerId="ADAL" clId="{454ED7F6-9BA2-4548-88F5-A2FE5F82DAC2}" dt="2026-01-26T07:21:05.658" v="981" actId="20577"/>
          <ac:spMkLst>
            <pc:docMk/>
            <pc:sldMk cId="4253859020" sldId="318"/>
            <ac:spMk id="3" creationId="{780B7831-4558-4465-A294-EAB9DB926F48}"/>
          </ac:spMkLst>
        </pc:spChg>
      </pc:sldChg>
      <pc:sldChg chg="modSp mod">
        <pc:chgData name="Maha Saadeh" userId="3cb906ed-5449-4556-905f-2231327ddc1a" providerId="ADAL" clId="{454ED7F6-9BA2-4548-88F5-A2FE5F82DAC2}" dt="2026-01-23T05:36:56.306" v="120" actId="20577"/>
        <pc:sldMkLst>
          <pc:docMk/>
          <pc:sldMk cId="964658660" sldId="325"/>
        </pc:sldMkLst>
        <pc:spChg chg="mod">
          <ac:chgData name="Maha Saadeh" userId="3cb906ed-5449-4556-905f-2231327ddc1a" providerId="ADAL" clId="{454ED7F6-9BA2-4548-88F5-A2FE5F82DAC2}" dt="2026-01-23T05:36:56.306" v="120" actId="20577"/>
          <ac:spMkLst>
            <pc:docMk/>
            <pc:sldMk cId="964658660" sldId="325"/>
            <ac:spMk id="3" creationId="{BA45FCC5-CB66-4F15-A36F-F30519BE59A7}"/>
          </ac:spMkLst>
        </pc:spChg>
      </pc:sldChg>
      <pc:sldChg chg="delSp modSp add mod">
        <pc:chgData name="Maha Saadeh" userId="3cb906ed-5449-4556-905f-2231327ddc1a" providerId="ADAL" clId="{454ED7F6-9BA2-4548-88F5-A2FE5F82DAC2}" dt="2026-01-26T07:01:41.830" v="773" actId="207"/>
        <pc:sldMkLst>
          <pc:docMk/>
          <pc:sldMk cId="2136792694" sldId="344"/>
        </pc:sldMkLst>
        <pc:spChg chg="mod">
          <ac:chgData name="Maha Saadeh" userId="3cb906ed-5449-4556-905f-2231327ddc1a" providerId="ADAL" clId="{454ED7F6-9BA2-4548-88F5-A2FE5F82DAC2}" dt="2026-01-26T07:01:14.772" v="771" actId="2711"/>
          <ac:spMkLst>
            <pc:docMk/>
            <pc:sldMk cId="2136792694" sldId="344"/>
            <ac:spMk id="3" creationId="{8B83A8DC-5CA1-F0AF-975A-6B1609637B5E}"/>
          </ac:spMkLst>
        </pc:spChg>
        <pc:spChg chg="mod">
          <ac:chgData name="Maha Saadeh" userId="3cb906ed-5449-4556-905f-2231327ddc1a" providerId="ADAL" clId="{454ED7F6-9BA2-4548-88F5-A2FE5F82DAC2}" dt="2026-01-26T07:01:41.830" v="773" actId="207"/>
          <ac:spMkLst>
            <pc:docMk/>
            <pc:sldMk cId="2136792694" sldId="344"/>
            <ac:spMk id="7" creationId="{B81D06F3-580E-4820-5510-3EDE1A8EA418}"/>
          </ac:spMkLst>
        </pc:spChg>
      </pc:sldChg>
      <pc:sldChg chg="addSp modSp new mod ord">
        <pc:chgData name="Maha Saadeh" userId="3cb906ed-5449-4556-905f-2231327ddc1a" providerId="ADAL" clId="{454ED7F6-9BA2-4548-88F5-A2FE5F82DAC2}" dt="2026-01-26T07:09:48.685" v="858" actId="113"/>
        <pc:sldMkLst>
          <pc:docMk/>
          <pc:sldMk cId="1082714455" sldId="345"/>
        </pc:sldMkLst>
        <pc:spChg chg="mod">
          <ac:chgData name="Maha Saadeh" userId="3cb906ed-5449-4556-905f-2231327ddc1a" providerId="ADAL" clId="{454ED7F6-9BA2-4548-88F5-A2FE5F82DAC2}" dt="2026-01-25T10:42:22.852" v="312" actId="20577"/>
          <ac:spMkLst>
            <pc:docMk/>
            <pc:sldMk cId="1082714455" sldId="345"/>
            <ac:spMk id="2" creationId="{21DA87ED-9595-3265-9175-B5099F87B2C1}"/>
          </ac:spMkLst>
        </pc:spChg>
        <pc:spChg chg="mod">
          <ac:chgData name="Maha Saadeh" userId="3cb906ed-5449-4556-905f-2231327ddc1a" providerId="ADAL" clId="{454ED7F6-9BA2-4548-88F5-A2FE5F82DAC2}" dt="2026-01-26T07:09:48.685" v="858" actId="113"/>
          <ac:spMkLst>
            <pc:docMk/>
            <pc:sldMk cId="1082714455" sldId="345"/>
            <ac:spMk id="3" creationId="{39C7B08A-0830-F2FC-EAF9-D281FDC4D3E8}"/>
          </ac:spMkLst>
        </pc:spChg>
        <pc:picChg chg="add mod">
          <ac:chgData name="Maha Saadeh" userId="3cb906ed-5449-4556-905f-2231327ddc1a" providerId="ADAL" clId="{454ED7F6-9BA2-4548-88F5-A2FE5F82DAC2}" dt="2026-01-25T10:46:20.189" v="379" actId="1076"/>
          <ac:picMkLst>
            <pc:docMk/>
            <pc:sldMk cId="1082714455" sldId="345"/>
            <ac:picMk id="5" creationId="{40882D79-EE66-6E19-B626-372278FD88B8}"/>
          </ac:picMkLst>
        </pc:picChg>
        <pc:picChg chg="add mod">
          <ac:chgData name="Maha Saadeh" userId="3cb906ed-5449-4556-905f-2231327ddc1a" providerId="ADAL" clId="{454ED7F6-9BA2-4548-88F5-A2FE5F82DAC2}" dt="2026-01-25T10:46:30.778" v="381" actId="1076"/>
          <ac:picMkLst>
            <pc:docMk/>
            <pc:sldMk cId="1082714455" sldId="345"/>
            <ac:picMk id="7" creationId="{F6571D00-B5EF-5B6C-58E8-0FFBB8F4E1BE}"/>
          </ac:picMkLst>
        </pc:picChg>
      </pc:sldChg>
      <pc:sldChg chg="addSp modSp new mod">
        <pc:chgData name="Maha Saadeh" userId="3cb906ed-5449-4556-905f-2231327ddc1a" providerId="ADAL" clId="{454ED7F6-9BA2-4548-88F5-A2FE5F82DAC2}" dt="2026-01-26T07:07:32.135" v="835" actId="207"/>
        <pc:sldMkLst>
          <pc:docMk/>
          <pc:sldMk cId="293129568" sldId="346"/>
        </pc:sldMkLst>
        <pc:spChg chg="mod">
          <ac:chgData name="Maha Saadeh" userId="3cb906ed-5449-4556-905f-2231327ddc1a" providerId="ADAL" clId="{454ED7F6-9BA2-4548-88F5-A2FE5F82DAC2}" dt="2026-01-26T07:06:41.657" v="824" actId="6549"/>
          <ac:spMkLst>
            <pc:docMk/>
            <pc:sldMk cId="293129568" sldId="346"/>
            <ac:spMk id="2" creationId="{E3D507D6-A4E2-0DF8-A9BA-8E8C20A4873A}"/>
          </ac:spMkLst>
        </pc:spChg>
        <pc:spChg chg="mod">
          <ac:chgData name="Maha Saadeh" userId="3cb906ed-5449-4556-905f-2231327ddc1a" providerId="ADAL" clId="{454ED7F6-9BA2-4548-88F5-A2FE5F82DAC2}" dt="2026-01-26T07:07:32.135" v="835" actId="207"/>
          <ac:spMkLst>
            <pc:docMk/>
            <pc:sldMk cId="293129568" sldId="346"/>
            <ac:spMk id="3" creationId="{BFCAF446-8456-205A-1B55-69C588964415}"/>
          </ac:spMkLst>
        </pc:spChg>
        <pc:spChg chg="add mod">
          <ac:chgData name="Maha Saadeh" userId="3cb906ed-5449-4556-905f-2231327ddc1a" providerId="ADAL" clId="{454ED7F6-9BA2-4548-88F5-A2FE5F82DAC2}" dt="2026-01-26T07:07:11.663" v="829" actId="1076"/>
          <ac:spMkLst>
            <pc:docMk/>
            <pc:sldMk cId="293129568" sldId="346"/>
            <ac:spMk id="4" creationId="{0D7BD658-EA87-AA6C-5461-D6B92FFD16C6}"/>
          </ac:spMkLst>
        </pc:spChg>
      </pc:sldChg>
      <pc:sldChg chg="addSp modSp new mod">
        <pc:chgData name="Maha Saadeh" userId="3cb906ed-5449-4556-905f-2231327ddc1a" providerId="ADAL" clId="{454ED7F6-9BA2-4548-88F5-A2FE5F82DAC2}" dt="2026-01-26T07:11:04.266" v="867" actId="20577"/>
        <pc:sldMkLst>
          <pc:docMk/>
          <pc:sldMk cId="1985843505" sldId="347"/>
        </pc:sldMkLst>
        <pc:spChg chg="mod">
          <ac:chgData name="Maha Saadeh" userId="3cb906ed-5449-4556-905f-2231327ddc1a" providerId="ADAL" clId="{454ED7F6-9BA2-4548-88F5-A2FE5F82DAC2}" dt="2026-01-25T10:43:16.718" v="317" actId="20577"/>
          <ac:spMkLst>
            <pc:docMk/>
            <pc:sldMk cId="1985843505" sldId="347"/>
            <ac:spMk id="2" creationId="{3ED8A943-FC55-CF73-D758-32799283BE46}"/>
          </ac:spMkLst>
        </pc:spChg>
        <pc:spChg chg="mod">
          <ac:chgData name="Maha Saadeh" userId="3cb906ed-5449-4556-905f-2231327ddc1a" providerId="ADAL" clId="{454ED7F6-9BA2-4548-88F5-A2FE5F82DAC2}" dt="2026-01-26T07:11:04.266" v="867" actId="20577"/>
          <ac:spMkLst>
            <pc:docMk/>
            <pc:sldMk cId="1985843505" sldId="347"/>
            <ac:spMk id="3" creationId="{3AEB963E-5CD1-CEAB-4DA5-A06A97568698}"/>
          </ac:spMkLst>
        </pc:spChg>
        <pc:spChg chg="add mod">
          <ac:chgData name="Maha Saadeh" userId="3cb906ed-5449-4556-905f-2231327ddc1a" providerId="ADAL" clId="{454ED7F6-9BA2-4548-88F5-A2FE5F82DAC2}" dt="2026-01-26T07:10:46.012" v="863" actId="6549"/>
          <ac:spMkLst>
            <pc:docMk/>
            <pc:sldMk cId="1985843505" sldId="347"/>
            <ac:spMk id="4" creationId="{F148C17B-8A33-2CC2-6261-8E7DF08DF239}"/>
          </ac:spMkLst>
        </pc:spChg>
      </pc:sldChg>
      <pc:sldChg chg="addSp modSp new mod">
        <pc:chgData name="Maha Saadeh" userId="3cb906ed-5449-4556-905f-2231327ddc1a" providerId="ADAL" clId="{454ED7F6-9BA2-4548-88F5-A2FE5F82DAC2}" dt="2026-01-25T10:45:34.248" v="372" actId="6549"/>
        <pc:sldMkLst>
          <pc:docMk/>
          <pc:sldMk cId="961281504" sldId="348"/>
        </pc:sldMkLst>
        <pc:spChg chg="add mod">
          <ac:chgData name="Maha Saadeh" userId="3cb906ed-5449-4556-905f-2231327ddc1a" providerId="ADAL" clId="{454ED7F6-9BA2-4548-88F5-A2FE5F82DAC2}" dt="2026-01-25T10:45:34.248" v="372" actId="6549"/>
          <ac:spMkLst>
            <pc:docMk/>
            <pc:sldMk cId="961281504" sldId="348"/>
            <ac:spMk id="4" creationId="{8330F1F1-B64E-2235-F4C6-A89FE41C0694}"/>
          </ac:spMkLst>
        </pc:spChg>
        <pc:picChg chg="add mod">
          <ac:chgData name="Maha Saadeh" userId="3cb906ed-5449-4556-905f-2231327ddc1a" providerId="ADAL" clId="{454ED7F6-9BA2-4548-88F5-A2FE5F82DAC2}" dt="2026-01-25T10:45:03.601" v="328" actId="1076"/>
          <ac:picMkLst>
            <pc:docMk/>
            <pc:sldMk cId="961281504" sldId="348"/>
            <ac:picMk id="3" creationId="{E2BF7A1B-9E1D-EC39-C50D-FF0349227E11}"/>
          </ac:picMkLst>
        </pc:picChg>
      </pc:sldChg>
      <pc:sldChg chg="addSp delSp modSp new mod">
        <pc:chgData name="Maha Saadeh" userId="3cb906ed-5449-4556-905f-2231327ddc1a" providerId="ADAL" clId="{454ED7F6-9BA2-4548-88F5-A2FE5F82DAC2}" dt="2026-01-26T07:23:18.272" v="1019" actId="113"/>
        <pc:sldMkLst>
          <pc:docMk/>
          <pc:sldMk cId="4151676909" sldId="349"/>
        </pc:sldMkLst>
        <pc:spChg chg="mod">
          <ac:chgData name="Maha Saadeh" userId="3cb906ed-5449-4556-905f-2231327ddc1a" providerId="ADAL" clId="{454ED7F6-9BA2-4548-88F5-A2FE5F82DAC2}" dt="2026-01-25T10:53:43.793" v="402" actId="6549"/>
          <ac:spMkLst>
            <pc:docMk/>
            <pc:sldMk cId="4151676909" sldId="349"/>
            <ac:spMk id="2" creationId="{694678AB-B491-1391-C3CA-3A7090CB6A05}"/>
          </ac:spMkLst>
        </pc:spChg>
        <pc:spChg chg="mod">
          <ac:chgData name="Maha Saadeh" userId="3cb906ed-5449-4556-905f-2231327ddc1a" providerId="ADAL" clId="{454ED7F6-9BA2-4548-88F5-A2FE5F82DAC2}" dt="2026-01-26T07:23:18.272" v="1019" actId="113"/>
          <ac:spMkLst>
            <pc:docMk/>
            <pc:sldMk cId="4151676909" sldId="349"/>
            <ac:spMk id="3" creationId="{7A91BB8C-7140-D02E-B749-5E3AC32E8E4C}"/>
          </ac:spMkLst>
        </pc:spChg>
        <pc:spChg chg="add del">
          <ac:chgData name="Maha Saadeh" userId="3cb906ed-5449-4556-905f-2231327ddc1a" providerId="ADAL" clId="{454ED7F6-9BA2-4548-88F5-A2FE5F82DAC2}" dt="2026-01-25T10:55:21.646" v="422" actId="22"/>
          <ac:spMkLst>
            <pc:docMk/>
            <pc:sldMk cId="4151676909" sldId="349"/>
            <ac:spMk id="5" creationId="{282A970A-4AD8-B60B-FDA2-DF3B4D326C27}"/>
          </ac:spMkLst>
        </pc:spChg>
      </pc:sldChg>
      <pc:sldChg chg="addSp modSp add mod">
        <pc:chgData name="Maha Saadeh" userId="3cb906ed-5449-4556-905f-2231327ddc1a" providerId="ADAL" clId="{454ED7F6-9BA2-4548-88F5-A2FE5F82DAC2}" dt="2026-01-26T08:03:09.788" v="1058" actId="16959"/>
        <pc:sldMkLst>
          <pc:docMk/>
          <pc:sldMk cId="162199364" sldId="350"/>
        </pc:sldMkLst>
        <pc:spChg chg="mod">
          <ac:chgData name="Maha Saadeh" userId="3cb906ed-5449-4556-905f-2231327ddc1a" providerId="ADAL" clId="{454ED7F6-9BA2-4548-88F5-A2FE5F82DAC2}" dt="2026-01-26T07:23:39.980" v="1023" actId="20577"/>
          <ac:spMkLst>
            <pc:docMk/>
            <pc:sldMk cId="162199364" sldId="350"/>
            <ac:spMk id="3" creationId="{444975BA-510D-64C1-F74D-3396B82D1305}"/>
          </ac:spMkLst>
        </pc:spChg>
        <pc:spChg chg="add mod">
          <ac:chgData name="Maha Saadeh" userId="3cb906ed-5449-4556-905f-2231327ddc1a" providerId="ADAL" clId="{454ED7F6-9BA2-4548-88F5-A2FE5F82DAC2}" dt="2026-01-26T08:03:00.652" v="1054" actId="16959"/>
          <ac:spMkLst>
            <pc:docMk/>
            <pc:sldMk cId="162199364" sldId="350"/>
            <ac:spMk id="4" creationId="{44D8C45B-8D18-6ED0-BE2D-57E7E42519B2}"/>
          </ac:spMkLst>
        </pc:spChg>
        <pc:spChg chg="add mod">
          <ac:chgData name="Maha Saadeh" userId="3cb906ed-5449-4556-905f-2231327ddc1a" providerId="ADAL" clId="{454ED7F6-9BA2-4548-88F5-A2FE5F82DAC2}" dt="2026-01-25T11:02:41.451" v="544" actId="1076"/>
          <ac:spMkLst>
            <pc:docMk/>
            <pc:sldMk cId="162199364" sldId="350"/>
            <ac:spMk id="5" creationId="{26F46B2D-8CD1-8DE4-CE13-BCE0C8BF825D}"/>
          </ac:spMkLst>
        </pc:spChg>
        <pc:spChg chg="add mod">
          <ac:chgData name="Maha Saadeh" userId="3cb906ed-5449-4556-905f-2231327ddc1a" providerId="ADAL" clId="{454ED7F6-9BA2-4548-88F5-A2FE5F82DAC2}" dt="2026-01-26T08:03:09.788" v="1058" actId="16959"/>
          <ac:spMkLst>
            <pc:docMk/>
            <pc:sldMk cId="162199364" sldId="350"/>
            <ac:spMk id="7" creationId="{270F17C9-E7C0-9D84-A607-077956439E07}"/>
          </ac:spMkLst>
        </pc:spChg>
      </pc:sldChg>
      <pc:sldChg chg="addSp modSp new mod">
        <pc:chgData name="Maha Saadeh" userId="3cb906ed-5449-4556-905f-2231327ddc1a" providerId="ADAL" clId="{454ED7F6-9BA2-4548-88F5-A2FE5F82DAC2}" dt="2026-01-26T07:27:09.498" v="1048" actId="2711"/>
        <pc:sldMkLst>
          <pc:docMk/>
          <pc:sldMk cId="234681137" sldId="351"/>
        </pc:sldMkLst>
        <pc:spChg chg="mod">
          <ac:chgData name="Maha Saadeh" userId="3cb906ed-5449-4556-905f-2231327ddc1a" providerId="ADAL" clId="{454ED7F6-9BA2-4548-88F5-A2FE5F82DAC2}" dt="2026-01-25T11:05:56.073" v="587"/>
          <ac:spMkLst>
            <pc:docMk/>
            <pc:sldMk cId="234681137" sldId="351"/>
            <ac:spMk id="2" creationId="{C12E1078-2AFF-BFC4-7049-EC7968ACA794}"/>
          </ac:spMkLst>
        </pc:spChg>
        <pc:spChg chg="mod">
          <ac:chgData name="Maha Saadeh" userId="3cb906ed-5449-4556-905f-2231327ddc1a" providerId="ADAL" clId="{454ED7F6-9BA2-4548-88F5-A2FE5F82DAC2}" dt="2026-01-26T07:27:09.498" v="1048" actId="2711"/>
          <ac:spMkLst>
            <pc:docMk/>
            <pc:sldMk cId="234681137" sldId="351"/>
            <ac:spMk id="3" creationId="{2E6D8871-3388-F862-8932-D2341C80420B}"/>
          </ac:spMkLst>
        </pc:spChg>
        <pc:picChg chg="add mod">
          <ac:chgData name="Maha Saadeh" userId="3cb906ed-5449-4556-905f-2231327ddc1a" providerId="ADAL" clId="{454ED7F6-9BA2-4548-88F5-A2FE5F82DAC2}" dt="2026-01-25T11:05:48.454" v="586" actId="1076"/>
          <ac:picMkLst>
            <pc:docMk/>
            <pc:sldMk cId="234681137" sldId="351"/>
            <ac:picMk id="5" creationId="{61EA8732-CBC1-C355-A36A-50B6E5E7D074}"/>
          </ac:picMkLst>
        </pc:picChg>
      </pc:sldChg>
      <pc:sldChg chg="modSp add mod">
        <pc:chgData name="Maha Saadeh" userId="3cb906ed-5449-4556-905f-2231327ddc1a" providerId="ADAL" clId="{454ED7F6-9BA2-4548-88F5-A2FE5F82DAC2}" dt="2026-01-26T07:22:33.278" v="1015" actId="20577"/>
        <pc:sldMkLst>
          <pc:docMk/>
          <pc:sldMk cId="38927624" sldId="352"/>
        </pc:sldMkLst>
        <pc:spChg chg="mod">
          <ac:chgData name="Maha Saadeh" userId="3cb906ed-5449-4556-905f-2231327ddc1a" providerId="ADAL" clId="{454ED7F6-9BA2-4548-88F5-A2FE5F82DAC2}" dt="2026-01-26T07:21:37.360" v="984" actId="20577"/>
          <ac:spMkLst>
            <pc:docMk/>
            <pc:sldMk cId="38927624" sldId="352"/>
            <ac:spMk id="2" creationId="{452EADDA-ABD3-E4EF-C89F-7B19E89A3273}"/>
          </ac:spMkLst>
        </pc:spChg>
        <pc:spChg chg="mod">
          <ac:chgData name="Maha Saadeh" userId="3cb906ed-5449-4556-905f-2231327ddc1a" providerId="ADAL" clId="{454ED7F6-9BA2-4548-88F5-A2FE5F82DAC2}" dt="2026-01-26T07:22:33.278" v="1015" actId="20577"/>
          <ac:spMkLst>
            <pc:docMk/>
            <pc:sldMk cId="38927624" sldId="352"/>
            <ac:spMk id="3" creationId="{E45DA08A-624E-555D-30C0-09A5684184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9D455B3-BA22-46DB-AB69-5F0F63C8C13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98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71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1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4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50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66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9D455B3-BA22-46DB-AB69-5F0F63C8C13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57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85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55B3-BA22-46DB-AB69-5F0F63C8C13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8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9D455B3-BA22-46DB-AB69-5F0F63C8C13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18075FC8-633A-4386-98B1-A06EAD8E1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24A02E-5FD2-428E-A1E4-FDF96B0B6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08B93E-0C39-407B-943D-71F2BAFB4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0B4343-FD8C-4EF6-9DB1-955D0A1D3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3" y="770466"/>
            <a:ext cx="9292209" cy="4123267"/>
          </a:xfrm>
        </p:spPr>
        <p:txBody>
          <a:bodyPr>
            <a:normAutofit/>
          </a:bodyPr>
          <a:lstStyle/>
          <a:p>
            <a:r>
              <a:rPr lang="en-US" sz="9600" dirty="0">
                <a:solidFill>
                  <a:schemeClr val="accent1">
                    <a:lumMod val="75000"/>
                  </a:schemeClr>
                </a:solidFill>
              </a:rPr>
              <a:t>PDE4444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7E1896-2992-48D4-85AC-95AB8AB14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15466"/>
            <a:ext cx="12192000" cy="16425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4CED1A-92B8-49E0-B517-28300B983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5537199"/>
            <a:ext cx="9228201" cy="80054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Week 2 Part 1: Supervised Learning and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287782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3AFAB-DA9E-4EC8-B163-77FF57532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200AB-9810-4723-BE10-7942CF182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Machine Learning</a:t>
            </a:r>
          </a:p>
          <a:p>
            <a:r>
              <a:rPr lang="en-US" sz="2800" dirty="0"/>
              <a:t>Linear Regression</a:t>
            </a:r>
          </a:p>
          <a:p>
            <a:pPr lvl="1"/>
            <a:r>
              <a:rPr lang="en-US" sz="2800" dirty="0"/>
              <a:t>- OLS</a:t>
            </a:r>
          </a:p>
          <a:p>
            <a:pPr lvl="1"/>
            <a:r>
              <a:rPr lang="en-US" sz="2800" dirty="0"/>
              <a:t>- Evaluation Metrics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7241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328D-1BDB-4749-B8E9-D2268EE7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5FCC5-CB66-4F15-A36F-F30519BE5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  <a:p>
            <a:r>
              <a:rPr lang="en-US" dirty="0"/>
              <a:t>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27697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6F1A-3E52-446E-A64A-150E1CDD0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Recall-Machine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5F6EC-859E-4FC9-B3FA-10DC7D782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639491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dirty="0"/>
              <a:t>The “</a:t>
            </a:r>
            <a:r>
              <a:rPr lang="en-US" sz="2800" i="1" dirty="0"/>
              <a:t>field of study that gives computers the ability to learn without being explicitly programmed</a:t>
            </a:r>
            <a:r>
              <a:rPr lang="en-US" sz="2800" dirty="0"/>
              <a:t>”.</a:t>
            </a:r>
          </a:p>
          <a:p>
            <a:endParaRPr lang="en-US" sz="2800" dirty="0"/>
          </a:p>
          <a:p>
            <a:r>
              <a:rPr lang="en-US" sz="2800" dirty="0"/>
              <a:t>The </a:t>
            </a:r>
            <a:r>
              <a:rPr lang="en-US" sz="2800" b="1" i="1" dirty="0">
                <a:solidFill>
                  <a:srgbClr val="FFC000"/>
                </a:solidFill>
              </a:rPr>
              <a:t>learning process </a:t>
            </a:r>
            <a:r>
              <a:rPr lang="en-US" sz="2800" dirty="0"/>
              <a:t>improves the model</a:t>
            </a:r>
            <a:r>
              <a:rPr lang="en-US" sz="2800" b="1" i="1" dirty="0"/>
              <a:t> </a:t>
            </a:r>
            <a:r>
              <a:rPr lang="en-US" sz="2800" dirty="0"/>
              <a:t>by using training data.</a:t>
            </a:r>
          </a:p>
          <a:p>
            <a:endParaRPr lang="en-US" sz="2800" dirty="0"/>
          </a:p>
          <a:p>
            <a:r>
              <a:rPr lang="en-US" sz="2800" dirty="0"/>
              <a:t>The evolved model is used to make </a:t>
            </a:r>
            <a:r>
              <a:rPr lang="en-US" sz="2800" b="1" i="1" dirty="0">
                <a:solidFill>
                  <a:srgbClr val="FFC000"/>
                </a:solidFill>
              </a:rPr>
              <a:t>future predictions</a:t>
            </a:r>
          </a:p>
        </p:txBody>
      </p:sp>
    </p:spTree>
    <p:extLst>
      <p:ext uri="{BB962C8B-B14F-4D97-AF65-F5344CB8AC3E}">
        <p14:creationId xmlns:p14="http://schemas.microsoft.com/office/powerpoint/2010/main" val="701660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CCAD3-6B8E-40AE-9CCE-8EAB6FBC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CCD2-660E-4124-8179-C1BCC82E9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Train by </a:t>
            </a:r>
            <a:r>
              <a:rPr lang="en-US" sz="2800" b="1" i="1" dirty="0">
                <a:solidFill>
                  <a:srgbClr val="FFC000"/>
                </a:solidFill>
              </a:rPr>
              <a:t>using labeled data </a:t>
            </a:r>
            <a:r>
              <a:rPr lang="en-US" sz="2800" dirty="0"/>
              <a:t>and learn and predict new labels for unseen input data.</a:t>
            </a: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9775" lvl="2" indent="-282575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0" dirty="0">
                <a:latin typeface="Calibri" panose="020F0502020204030204" pitchFamily="34" charset="0"/>
                <a:cs typeface="Calibri" panose="020F0502020204030204" pitchFamily="34" charset="0"/>
              </a:rPr>
              <a:t>is the task of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predicting a discrete class label</a:t>
            </a:r>
            <a:r>
              <a:rPr lang="en-US" sz="2400" i="0" dirty="0">
                <a:latin typeface="Calibri" panose="020F0502020204030204" pitchFamily="34" charset="0"/>
                <a:cs typeface="Calibri" panose="020F0502020204030204" pitchFamily="34" charset="0"/>
              </a:rPr>
              <a:t>, such as “black, white, or gray” and “tumor or not tumor”.</a:t>
            </a:r>
          </a:p>
          <a:p>
            <a:pPr marL="739775" lvl="2" indent="-282575">
              <a:buFont typeface="Wingdings" panose="05000000000000000000" pitchFamily="2" charset="2"/>
              <a:buChar char="v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9775" lvl="2" indent="-282575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Regression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the task of 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predicting a continuous quantity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such as “weight”, “probability”, and “cost”.</a:t>
            </a:r>
          </a:p>
        </p:txBody>
      </p:sp>
    </p:spTree>
    <p:extLst>
      <p:ext uri="{BB962C8B-B14F-4D97-AF65-F5344CB8AC3E}">
        <p14:creationId xmlns:p14="http://schemas.microsoft.com/office/powerpoint/2010/main" val="221224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62C7-F566-45FC-A19B-A9B34998A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F4CDD-2EE7-45DA-A0BE-AD1EC7596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Detect </a:t>
            </a:r>
            <a:r>
              <a:rPr lang="en-US" sz="2800" b="1" i="1" dirty="0">
                <a:solidFill>
                  <a:srgbClr val="FFC000"/>
                </a:solidFill>
              </a:rPr>
              <a:t>patterns and relationships </a:t>
            </a:r>
            <a:r>
              <a:rPr lang="en-US" sz="2800" dirty="0"/>
              <a:t>between data without using labeled data.</a:t>
            </a:r>
          </a:p>
          <a:p>
            <a:endParaRPr lang="en-US" sz="2800" b="1" dirty="0"/>
          </a:p>
          <a:p>
            <a:pPr marL="860425" lvl="2" indent="-284163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Clustering algorithms: </a:t>
            </a:r>
            <a:r>
              <a:rPr lang="en-US" sz="2400" i="0" dirty="0">
                <a:latin typeface="Calibri" panose="020F0502020204030204" pitchFamily="34" charset="0"/>
                <a:cs typeface="Calibri" panose="020F0502020204030204" pitchFamily="34" charset="0"/>
              </a:rPr>
              <a:t>Discover how to split the data set into a number of groups such that the data points in the same groups are more similar to each other compared to data points in other groups</a:t>
            </a:r>
          </a:p>
        </p:txBody>
      </p:sp>
    </p:spTree>
    <p:extLst>
      <p:ext uri="{BB962C8B-B14F-4D97-AF65-F5344CB8AC3E}">
        <p14:creationId xmlns:p14="http://schemas.microsoft.com/office/powerpoint/2010/main" val="1154738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328D-1BDB-4749-B8E9-D2268EE7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5FCC5-CB66-4F15-A36F-F30519BE5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True pattern</a:t>
            </a:r>
          </a:p>
          <a:p>
            <a:r>
              <a:rPr lang="en-US" dirty="0"/>
              <a:t>Noise</a:t>
            </a:r>
          </a:p>
        </p:txBody>
      </p:sp>
    </p:spTree>
    <p:extLst>
      <p:ext uri="{BB962C8B-B14F-4D97-AF65-F5344CB8AC3E}">
        <p14:creationId xmlns:p14="http://schemas.microsoft.com/office/powerpoint/2010/main" val="4055044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A7B0-420C-4EBC-A758-6F529205F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E9A38-C393-4916-936F-C0111D0B7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71569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main goal of supervised learning is study, build and use algorithms that can</a:t>
            </a:r>
          </a:p>
          <a:p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learn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from data to 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make predictions</a:t>
            </a:r>
          </a:p>
          <a:p>
            <a:endParaRPr lang="en-US" b="1" i="1" dirty="0"/>
          </a:p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do we want to learn?</a:t>
            </a:r>
          </a:p>
          <a:p>
            <a:r>
              <a:rPr lang="en-US" dirty="0"/>
              <a:t>-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 want to learn the </a:t>
            </a:r>
            <a:r>
              <a:rPr lang="en-US" b="1" i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true pattern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hidden in the data and use it to make predictions.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 However, this </a:t>
            </a:r>
            <a:r>
              <a:rPr lang="en-US" b="1" i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true pattern is unknown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we have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observations (our dataset –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called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training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dataset).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997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BB05-7C43-48DE-A6CA-7E29ADCBE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67369-D647-4746-AF09-4E8FFE525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0"/>
            <a:ext cx="5887430" cy="3766185"/>
          </a:xfrm>
        </p:spPr>
        <p:txBody>
          <a:bodyPr>
            <a:normAutofit/>
          </a:bodyPr>
          <a:lstStyle/>
          <a:p>
            <a:r>
              <a:rPr lang="en-US" sz="2800" dirty="0"/>
              <a:t>As an example, imagine to have the data on the right.</a:t>
            </a:r>
          </a:p>
          <a:p>
            <a:r>
              <a:rPr lang="en-US" sz="2800" dirty="0"/>
              <a:t>-We can use this data to learn the </a:t>
            </a:r>
            <a:r>
              <a:rPr lang="en-US" sz="2800" i="1" dirty="0"/>
              <a:t>true pattern</a:t>
            </a:r>
            <a:r>
              <a:rPr lang="en-US" sz="2800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800" dirty="0"/>
              <a:t> f(x) = x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</a:t>
            </a:r>
            <a:r>
              <a:rPr lang="fr-FR" sz="2800" dirty="0" err="1"/>
              <a:t>True</a:t>
            </a:r>
            <a:r>
              <a:rPr lang="fr-FR" sz="2800" dirty="0"/>
              <a:t> pattern</a:t>
            </a:r>
          </a:p>
          <a:p>
            <a:r>
              <a:rPr lang="en-US" sz="2800" dirty="0"/>
              <a:t>But we can see that the data contains also some </a:t>
            </a:r>
            <a:r>
              <a:rPr lang="en-US" sz="2800" i="1" dirty="0"/>
              <a:t>noise </a:t>
            </a:r>
            <a:r>
              <a:rPr lang="en-US" sz="2800" dirty="0"/>
              <a:t>(ε).</a:t>
            </a:r>
            <a:endParaRPr lang="fr-FR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y = f(x) + </a:t>
            </a:r>
            <a:r>
              <a:rPr lang="el-GR" sz="2800" dirty="0"/>
              <a:t>ε</a:t>
            </a:r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77DB5-88DE-42AD-ADFA-112F82895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111" y="1882956"/>
            <a:ext cx="4935354" cy="402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1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D13F6-6001-438F-A77A-A2ABE105B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83CB3-73C4-415C-8C85-17B620F3A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0"/>
            <a:ext cx="6181344" cy="3766185"/>
          </a:xfrm>
        </p:spPr>
        <p:txBody>
          <a:bodyPr/>
          <a:lstStyle/>
          <a:p>
            <a:r>
              <a:rPr lang="en-US" dirty="0"/>
              <a:t>As an example, imagine to have the data on the right.</a:t>
            </a:r>
          </a:p>
          <a:p>
            <a:r>
              <a:rPr lang="en-US" dirty="0"/>
              <a:t>• We can use this data to learn the </a:t>
            </a:r>
            <a:r>
              <a:rPr lang="en-US" i="1" dirty="0"/>
              <a:t>true pattern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 f(x) = x</a:t>
            </a:r>
            <a:r>
              <a:rPr lang="fr-FR" baseline="30000" dirty="0"/>
              <a:t>3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</a:t>
            </a:r>
            <a:r>
              <a:rPr lang="fr-FR" dirty="0"/>
              <a:t> </a:t>
            </a:r>
            <a:r>
              <a:rPr lang="fr-FR" dirty="0" err="1"/>
              <a:t>true</a:t>
            </a:r>
            <a:r>
              <a:rPr lang="fr-FR" dirty="0"/>
              <a:t> pattern</a:t>
            </a:r>
          </a:p>
          <a:p>
            <a:pPr marL="0" indent="0">
              <a:buNone/>
            </a:pPr>
            <a:r>
              <a:rPr lang="en-US" dirty="0"/>
              <a:t>  We can see that the data contains also some </a:t>
            </a:r>
            <a:r>
              <a:rPr lang="en-US" i="1" dirty="0"/>
              <a:t>noise </a:t>
            </a:r>
            <a:r>
              <a:rPr lang="en-US" dirty="0"/>
              <a:t>(ε).</a:t>
            </a: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y = f(x) + </a:t>
            </a:r>
            <a:r>
              <a:rPr lang="el-GR" dirty="0"/>
              <a:t>ε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2C4252-EFAF-42FD-BE11-5CC211523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19" y="2157731"/>
            <a:ext cx="4553313" cy="376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80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325C9-B131-4A76-ADDE-AA26CDB26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0E1C0-F27E-4144-9169-BFE79C8EC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Therefore, the dataset (</a:t>
            </a:r>
            <a:r>
              <a:rPr lang="en-US" sz="2800" i="1" dirty="0"/>
              <a:t>n </a:t>
            </a:r>
            <a:r>
              <a:rPr lang="en-US" sz="2800" dirty="0"/>
              <a:t>independent observations) always contains the following two components:</a:t>
            </a:r>
          </a:p>
          <a:p>
            <a:pPr lvl="3"/>
            <a:r>
              <a:rPr lang="en-US" sz="28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contains</a:t>
            </a:r>
            <a:r>
              <a:rPr lang="en-US" sz="28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US" sz="28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i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true pattern </a:t>
            </a:r>
            <a:r>
              <a:rPr lang="en-US" sz="28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en-US" sz="2800" b="1" i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noise</a:t>
            </a:r>
          </a:p>
          <a:p>
            <a:endParaRPr lang="en-US" sz="2800" dirty="0"/>
          </a:p>
          <a:p>
            <a:r>
              <a:rPr lang="en-US" sz="2800" b="1" i="1" dirty="0"/>
              <a:t>Goal of supervised learning </a:t>
            </a:r>
            <a:r>
              <a:rPr lang="en-US" sz="2800" dirty="0"/>
              <a:t>is to use the available observations to learn the unknown true pattern so to create a model capable of making predictions on new unseen data.</a:t>
            </a:r>
          </a:p>
        </p:txBody>
      </p:sp>
    </p:spTree>
    <p:extLst>
      <p:ext uri="{BB962C8B-B14F-4D97-AF65-F5344CB8AC3E}">
        <p14:creationId xmlns:p14="http://schemas.microsoft.com/office/powerpoint/2010/main" val="1644062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328D-1BDB-4749-B8E9-D2268EE7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5FCC5-CB66-4F15-A36F-F30519BE5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dirty="0"/>
              <a:t>- OLS</a:t>
            </a:r>
          </a:p>
          <a:p>
            <a:pPr lvl="1"/>
            <a:r>
              <a:rPr lang="en-US" sz="2800" dirty="0"/>
              <a:t>- Accuracy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64658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34AC0-A862-4B0E-8F22-8C0E3F1DA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CC98C-AB83-4524-995B-C70FA6053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Supervised Regression</a:t>
            </a:r>
          </a:p>
          <a:p>
            <a:endParaRPr lang="en-US" dirty="0"/>
          </a:p>
          <a:p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It is used to establish a relationship between an input variable(X) (or more) and output variable(Y). </a:t>
            </a:r>
          </a:p>
          <a:p>
            <a:endParaRPr lang="en-US" dirty="0"/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Input with </a:t>
            </a:r>
            <a:r>
              <a:rPr lang="en-US" b="1" i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independent variable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mainly called as linear regression and input with more than one independent variable is called as </a:t>
            </a:r>
            <a:r>
              <a:rPr lang="en-US" b="1" i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 linear regression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input variables are the </a:t>
            </a:r>
            <a:r>
              <a:rPr lang="en-US" b="1" i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independent variables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 output variable is the </a:t>
            </a:r>
            <a:r>
              <a:rPr lang="en-US" b="1" i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dependent variable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354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34AC0-A862-4B0E-8F22-8C0E3F1DA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CC98C-AB83-4524-995B-C70FA6053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60" y="1772194"/>
            <a:ext cx="10753725" cy="3766185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Linear regression relies on the assumption that </a:t>
            </a:r>
            <a:r>
              <a:rPr lang="en-US" sz="2800" b="1" i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hidden true pattern is linear.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rgbClr val="29292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Equation of the line: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800" b="1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Y= b</a:t>
            </a:r>
            <a:r>
              <a:rPr lang="en-US" altLang="en-US" sz="2800" b="1" i="1" baseline="-25000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altLang="en-US" sz="2800" b="1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b</a:t>
            </a:r>
            <a:r>
              <a:rPr lang="en-US" altLang="en-US" sz="2800" b="1" i="1" baseline="-25000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en-US" sz="2800" b="1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.X</a:t>
            </a: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where </a:t>
            </a:r>
            <a:r>
              <a:rPr lang="en-US" altLang="en-US" sz="2800" b="1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en-US" sz="2800" b="1" i="1" baseline="-25000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en-US" sz="2800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is the slope of the line and </a:t>
            </a:r>
            <a:r>
              <a:rPr lang="en-US" altLang="en-US" sz="2800" b="1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en-US" sz="2800" b="1" i="1" baseline="-25000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altLang="en-US" sz="2800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is the intercept of </a:t>
            </a:r>
            <a:r>
              <a:rPr lang="en-US" altLang="en-US" sz="2800" b="1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en-US" sz="2800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and they are also called as weights.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 end goal </a:t>
            </a:r>
            <a:r>
              <a:rPr lang="en-US" altLang="en-US" sz="2800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to draw a line between X(independent) and Y(dependent) which fine tunes the relationship between them.</a:t>
            </a: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064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7D14-72AD-43D7-9B56-BBD399E1B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066D8-0E60-418D-B176-562860853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858120" cy="444354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Multiple Variables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Let's assume that our training data contains 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independent observations, each observation has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continuos dependen variable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s-ES" b="1" i="1" dirty="0">
                <a:latin typeface="Calibri" panose="020F0502020204030204" pitchFamily="34" charset="0"/>
                <a:cs typeface="Calibri" panose="020F0502020204030204" pitchFamily="34" charset="0"/>
              </a:rPr>
              <a:t>m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continuos independen variables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x1, ...,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xm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 true pattern 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f(x) = b</a:t>
            </a:r>
            <a:r>
              <a:rPr lang="el-GR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l-GR" b="1" i="1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l-GR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l-GR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+ ... + b</a:t>
            </a:r>
            <a:r>
              <a:rPr lang="en-US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x</a:t>
            </a:r>
            <a:r>
              <a:rPr lang="en-US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But remember that we also have noise: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Y = b</a:t>
            </a:r>
            <a:r>
              <a:rPr lang="el-GR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l-GR" b="1" i="1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l-GR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l-GR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+ ... + b</a:t>
            </a:r>
            <a:r>
              <a:rPr lang="en-US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x</a:t>
            </a:r>
            <a:r>
              <a:rPr lang="en-US" b="1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  +  </a:t>
            </a:r>
            <a:r>
              <a:rPr lang="el-GR" b="1" i="1" dirty="0">
                <a:latin typeface="Calibri" panose="020F0502020204030204" pitchFamily="34" charset="0"/>
                <a:cs typeface="Calibri" panose="020F0502020204030204" pitchFamily="34" charset="0"/>
              </a:rPr>
              <a:t>ε</a:t>
            </a:r>
            <a:endParaRPr lang="en-US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B77FDC7-3495-48DA-A172-B8C565521CDA}"/>
              </a:ext>
            </a:extLst>
          </p:cNvPr>
          <p:cNvCxnSpPr>
            <a:cxnSpLocks/>
          </p:cNvCxnSpPr>
          <p:nvPr/>
        </p:nvCxnSpPr>
        <p:spPr>
          <a:xfrm flipH="1">
            <a:off x="6672943" y="4131543"/>
            <a:ext cx="1434574" cy="125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F997F8C-751B-4FE2-9D6E-BF7DBFC1EFE1}"/>
              </a:ext>
            </a:extLst>
          </p:cNvPr>
          <p:cNvSpPr txBox="1"/>
          <p:nvPr/>
        </p:nvSpPr>
        <p:spPr>
          <a:xfrm>
            <a:off x="8107517" y="3669878"/>
            <a:ext cx="2778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linear Equation with multiple independent variables</a:t>
            </a:r>
          </a:p>
        </p:txBody>
      </p:sp>
    </p:spTree>
    <p:extLst>
      <p:ext uri="{BB962C8B-B14F-4D97-AF65-F5344CB8AC3E}">
        <p14:creationId xmlns:p14="http://schemas.microsoft.com/office/powerpoint/2010/main" val="900979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A1824-A6B6-4E9A-9003-33CDB3145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18125-B7DA-4280-994C-EC7312122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0"/>
            <a:ext cx="5038344" cy="376618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for regression problems comes in the form of a set of input/output observation pairs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 is a vector of length </a:t>
            </a:r>
            <a:r>
              <a:rPr lang="en-US" sz="2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 input variables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case the linear regression problem is analogously one of fitting a hyperplane to a scatter of points.</a:t>
            </a:r>
            <a:endParaRPr lang="en-US" sz="20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Google Shape;91;p19" descr="Google Shape;91;p19">
            <a:extLst>
              <a:ext uri="{FF2B5EF4-FFF2-40B4-BE49-F238E27FC236}">
                <a16:creationId xmlns:a16="http://schemas.microsoft.com/office/drawing/2014/main" id="{9D76CB42-73BA-FF82-05B0-7CDEF5782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434" y="3552825"/>
            <a:ext cx="6171816" cy="2689854"/>
          </a:xfrm>
          <a:prstGeom prst="rect">
            <a:avLst/>
          </a:prstGeom>
        </p:spPr>
      </p:pic>
      <p:pic>
        <p:nvPicPr>
          <p:cNvPr id="15" name="MathEquation,#000000Google Shape;75;p17" descr="MathEquation,#000000Google Shape;75;p17">
            <a:extLst>
              <a:ext uri="{FF2B5EF4-FFF2-40B4-BE49-F238E27FC236}">
                <a16:creationId xmlns:a16="http://schemas.microsoft.com/office/drawing/2014/main" id="{D9457D72-6934-E92A-87E7-B0B07E006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509" y="2351473"/>
            <a:ext cx="2690062" cy="2421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DF7293-7DA5-70A5-4EC2-0FF0EBED700C}"/>
                  </a:ext>
                </a:extLst>
              </p:cNvPr>
              <p:cNvSpPr txBox="1"/>
              <p:nvPr/>
            </p:nvSpPr>
            <p:spPr>
              <a:xfrm>
                <a:off x="7459310" y="2934702"/>
                <a:ext cx="22263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A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DF7293-7DA5-70A5-4EC2-0FF0EBED7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310" y="2934702"/>
                <a:ext cx="2226379" cy="276999"/>
              </a:xfrm>
              <a:prstGeom prst="rect">
                <a:avLst/>
              </a:prstGeom>
              <a:blipFill>
                <a:blip r:embed="rId4"/>
                <a:stretch>
                  <a:fillRect l="-1096" b="-13043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4756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0F222-6F7B-D11B-33F4-57C3E18B5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EDEF-1C79-8583-BE99-113B229D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94C106-462F-2579-F9BE-3286E48982E2}"/>
              </a:ext>
            </a:extLst>
          </p:cNvPr>
          <p:cNvSpPr txBox="1"/>
          <p:nvPr/>
        </p:nvSpPr>
        <p:spPr>
          <a:xfrm>
            <a:off x="5606143" y="1621971"/>
            <a:ext cx="5627914" cy="3940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3A8DC-5CA1-F0AF-975A-6B1609637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4777087" cy="3766185"/>
          </a:xfrm>
        </p:spPr>
        <p:txBody>
          <a:bodyPr>
            <a:normAutofit/>
          </a:bodyPr>
          <a:lstStyle/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observations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training data, we can write the set of linear equations:</a:t>
            </a:r>
          </a:p>
          <a:p>
            <a:r>
              <a:rPr lang="es-E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s-ES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s-E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l-GR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l-GR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l-GR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l-GR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... + b</a:t>
            </a:r>
            <a:r>
              <a:rPr lang="en-US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</a:t>
            </a:r>
            <a:r>
              <a:rPr lang="en-US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1m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ε1 </a:t>
            </a:r>
          </a:p>
          <a:p>
            <a:r>
              <a:rPr lang="es-E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</a:p>
          <a:p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b</a:t>
            </a:r>
            <a:r>
              <a:rPr lang="el-GR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l-GR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l-GR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l-GR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n1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... + b</a:t>
            </a:r>
            <a:r>
              <a:rPr lang="en-US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b="1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nm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l-GR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en-US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6B69A4F1-9C00-A75D-784F-3DC208C26D7D}"/>
              </a:ext>
            </a:extLst>
          </p:cNvPr>
          <p:cNvSpPr/>
          <p:nvPr/>
        </p:nvSpPr>
        <p:spPr>
          <a:xfrm>
            <a:off x="5790820" y="2879106"/>
            <a:ext cx="403152" cy="2031328"/>
          </a:xfrm>
          <a:prstGeom prst="leftBrace">
            <a:avLst>
              <a:gd name="adj1" fmla="val 8333"/>
              <a:gd name="adj2" fmla="val 516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28D46-91C4-DE29-C45C-E7456A84FB2B}"/>
              </a:ext>
            </a:extLst>
          </p:cNvPr>
          <p:cNvSpPr txBox="1"/>
          <p:nvPr/>
        </p:nvSpPr>
        <p:spPr>
          <a:xfrm>
            <a:off x="6096001" y="2879107"/>
            <a:ext cx="24953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X11   X12      . . .   X1m</a:t>
            </a:r>
          </a:p>
          <a:p>
            <a:endParaRPr lang="en-US" dirty="0"/>
          </a:p>
          <a:p>
            <a:r>
              <a:rPr lang="en-US" dirty="0"/>
              <a:t>		.</a:t>
            </a:r>
          </a:p>
          <a:p>
            <a:r>
              <a:rPr lang="en-US" dirty="0"/>
              <a:t>		.</a:t>
            </a:r>
          </a:p>
          <a:p>
            <a:r>
              <a:rPr lang="en-US" dirty="0"/>
              <a:t>		.</a:t>
            </a:r>
          </a:p>
          <a:p>
            <a:endParaRPr lang="en-US" dirty="0"/>
          </a:p>
          <a:p>
            <a:r>
              <a:rPr lang="en-US" dirty="0"/>
              <a:t>Xn1    Xn2    . . .    </a:t>
            </a:r>
            <a:r>
              <a:rPr lang="en-US" dirty="0" err="1"/>
              <a:t>Xnm</a:t>
            </a:r>
            <a:endParaRPr lang="en-US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83E8716-E949-C8C1-AA5E-E37A285C64C0}"/>
              </a:ext>
            </a:extLst>
          </p:cNvPr>
          <p:cNvSpPr/>
          <p:nvPr/>
        </p:nvSpPr>
        <p:spPr>
          <a:xfrm flipH="1">
            <a:off x="8599713" y="2879106"/>
            <a:ext cx="478971" cy="2031326"/>
          </a:xfrm>
          <a:prstGeom prst="leftBrace">
            <a:avLst>
              <a:gd name="adj1" fmla="val 8333"/>
              <a:gd name="adj2" fmla="val 5053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D06F3-580E-4820-5510-3EDE1A8EA418}"/>
              </a:ext>
            </a:extLst>
          </p:cNvPr>
          <p:cNvSpPr/>
          <p:nvPr/>
        </p:nvSpPr>
        <p:spPr>
          <a:xfrm>
            <a:off x="657224" y="5835247"/>
            <a:ext cx="84019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need to </a:t>
            </a:r>
            <a:r>
              <a:rPr lang="en-US" sz="2800" i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infer </a:t>
            </a:r>
            <a:r>
              <a:rPr lang="en-US" sz="2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unknown parameters b</a:t>
            </a:r>
            <a:r>
              <a:rPr lang="el-GR" sz="2800" baseline="-250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l-GR" sz="2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l-GR" sz="2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l-GR" sz="2800" baseline="-250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l-GR" sz="2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...  b</a:t>
            </a:r>
            <a:r>
              <a:rPr lang="en-US" sz="2800" baseline="-250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FFCE4886-4447-5E71-4C1E-C6D52AF125CC}"/>
              </a:ext>
            </a:extLst>
          </p:cNvPr>
          <p:cNvSpPr/>
          <p:nvPr/>
        </p:nvSpPr>
        <p:spPr>
          <a:xfrm>
            <a:off x="9415245" y="2877127"/>
            <a:ext cx="403152" cy="2031328"/>
          </a:xfrm>
          <a:prstGeom prst="leftBrace">
            <a:avLst>
              <a:gd name="adj1" fmla="val 8333"/>
              <a:gd name="adj2" fmla="val 516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B83AB7-D0A2-EDAA-B09E-08DF94F88400}"/>
              </a:ext>
            </a:extLst>
          </p:cNvPr>
          <p:cNvSpPr txBox="1"/>
          <p:nvPr/>
        </p:nvSpPr>
        <p:spPr>
          <a:xfrm>
            <a:off x="9818397" y="2877130"/>
            <a:ext cx="4789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y1</a:t>
            </a:r>
          </a:p>
          <a:p>
            <a:endParaRPr lang="en-US" dirty="0"/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	</a:t>
            </a:r>
          </a:p>
          <a:p>
            <a:r>
              <a:rPr lang="en-US" dirty="0" err="1"/>
              <a:t>y</a:t>
            </a:r>
            <a:r>
              <a:rPr lang="en-US" baseline="-25000" dirty="0" err="1"/>
              <a:t>n</a:t>
            </a:r>
            <a:endParaRPr lang="en-US" baseline="-25000" dirty="0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820DC69D-D5CC-6B07-92BB-009B3899EA51}"/>
              </a:ext>
            </a:extLst>
          </p:cNvPr>
          <p:cNvSpPr/>
          <p:nvPr/>
        </p:nvSpPr>
        <p:spPr>
          <a:xfrm flipH="1">
            <a:off x="10211698" y="2877127"/>
            <a:ext cx="478971" cy="2031326"/>
          </a:xfrm>
          <a:prstGeom prst="leftBrace">
            <a:avLst>
              <a:gd name="adj1" fmla="val 8333"/>
              <a:gd name="adj2" fmla="val 5053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7979EB-929A-70BE-0842-9244F7B424AB}"/>
              </a:ext>
            </a:extLst>
          </p:cNvPr>
          <p:cNvSpPr txBox="1"/>
          <p:nvPr/>
        </p:nvSpPr>
        <p:spPr>
          <a:xfrm>
            <a:off x="6193972" y="2157731"/>
            <a:ext cx="3428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variables X1 … </a:t>
            </a:r>
            <a:r>
              <a:rPr lang="en-US" dirty="0" err="1"/>
              <a:t>Xm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A5CA70-B693-7E8D-911E-644F2D934CA6}"/>
              </a:ext>
            </a:extLst>
          </p:cNvPr>
          <p:cNvSpPr txBox="1"/>
          <p:nvPr/>
        </p:nvSpPr>
        <p:spPr>
          <a:xfrm>
            <a:off x="9231086" y="2161421"/>
            <a:ext cx="185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variable 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C5CFD6-BFD5-54DD-0029-E7DD0D23C10F}"/>
              </a:ext>
            </a:extLst>
          </p:cNvPr>
          <p:cNvSpPr txBox="1"/>
          <p:nvPr/>
        </p:nvSpPr>
        <p:spPr>
          <a:xfrm>
            <a:off x="7173093" y="1534398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with n observations</a:t>
            </a:r>
          </a:p>
        </p:txBody>
      </p:sp>
    </p:spTree>
    <p:extLst>
      <p:ext uri="{BB962C8B-B14F-4D97-AF65-F5344CB8AC3E}">
        <p14:creationId xmlns:p14="http://schemas.microsoft.com/office/powerpoint/2010/main" val="2136792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E1682-0387-4F62-8704-7EE0BFC4F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Least Squares (OLS)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A27DE-5742-4FEC-9DD6-CFD94778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70480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the parameters of the hyperplane which best fits a regression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dataset, it is common practice to first form the </a:t>
            </a:r>
            <a:r>
              <a:rPr lang="en-US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Least Squares cost function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2800" b="1" i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OLS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technique to </a:t>
            </a:r>
            <a:r>
              <a:rPr lang="en-US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 the unknown parameters b</a:t>
            </a:r>
            <a:r>
              <a:rPr lang="el-GR" sz="2800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l-GR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l-GR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l-GR" sz="2800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l-GR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...  b</a:t>
            </a:r>
            <a:r>
              <a:rPr lang="en-US" sz="2800" b="1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a set of observations.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method estimates the unknown parameters </a:t>
            </a: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l-GR" sz="28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l-GR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l-GR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l-GR" sz="28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l-GR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...  b</a:t>
            </a:r>
            <a:r>
              <a:rPr lang="en-US" sz="28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finding the regression line </a:t>
            </a:r>
            <a:r>
              <a:rPr lang="en-US" sz="28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minimizing the sum of squared errors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other words:</a:t>
            </a:r>
          </a:p>
          <a:p>
            <a:pPr marL="0" lvl="2" indent="0">
              <a:lnSpc>
                <a:spcPct val="120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OLS finds the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l-GR" sz="24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l-GR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l-GR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l-GR" sz="24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l-GR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...  b</a:t>
            </a:r>
            <a:r>
              <a:rPr lang="en-US" sz="24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such that, SSE = 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4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minimum.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4234C-B71A-40B7-B9AD-9919F6328814}"/>
              </a:ext>
            </a:extLst>
          </p:cNvPr>
          <p:cNvSpPr txBox="1"/>
          <p:nvPr/>
        </p:nvSpPr>
        <p:spPr>
          <a:xfrm>
            <a:off x="9254218" y="6127634"/>
            <a:ext cx="2804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So, what is the error?</a:t>
            </a:r>
          </a:p>
        </p:txBody>
      </p:sp>
    </p:spTree>
    <p:extLst>
      <p:ext uri="{BB962C8B-B14F-4D97-AF65-F5344CB8AC3E}">
        <p14:creationId xmlns:p14="http://schemas.microsoft.com/office/powerpoint/2010/main" val="4145306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D426-C6BB-406A-A615-C60730A6E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9E8FA-AD97-415A-9A9F-2A784CB5C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793440"/>
            <a:ext cx="6703741" cy="4346787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Recall: A </a:t>
            </a:r>
            <a:r>
              <a:rPr lang="en-US" sz="2800" b="1" i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 function (noise or error)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 measure of performance of a prediction model, in terms its ability to predict the expected outcome.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3C779D-D099-418F-99B2-079FE4C7CA88}"/>
              </a:ext>
            </a:extLst>
          </p:cNvPr>
          <p:cNvSpPr txBox="1"/>
          <p:nvPr/>
        </p:nvSpPr>
        <p:spPr>
          <a:xfrm>
            <a:off x="533400" y="3429000"/>
            <a:ext cx="70389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output which is calculated based on the estimated parameters is called the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predicted output Y’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actual output Y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is provided (supervised learning) 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635CFF-AB68-48B4-8C66-0CB63C064931}"/>
              </a:ext>
            </a:extLst>
          </p:cNvPr>
          <p:cNvSpPr txBox="1"/>
          <p:nvPr/>
        </p:nvSpPr>
        <p:spPr>
          <a:xfrm>
            <a:off x="533400" y="567856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Based on this, the error is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242A7B-F705-457C-B711-CEF5901641E0}"/>
              </a:ext>
            </a:extLst>
          </p:cNvPr>
          <p:cNvSpPr txBox="1"/>
          <p:nvPr/>
        </p:nvSpPr>
        <p:spPr>
          <a:xfrm>
            <a:off x="3850723" y="5699794"/>
            <a:ext cx="6379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The predicted output - The actual output </a:t>
            </a:r>
          </a:p>
          <a:p>
            <a:pPr algn="ctr"/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E = Y’ - 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CB142B-8F6D-4FCA-BBD6-0343A9A25CB8}"/>
              </a:ext>
            </a:extLst>
          </p:cNvPr>
          <p:cNvSpPr txBox="1"/>
          <p:nvPr/>
        </p:nvSpPr>
        <p:spPr>
          <a:xfrm>
            <a:off x="5465955" y="6380444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We need to minimize this value</a:t>
            </a:r>
          </a:p>
        </p:txBody>
      </p:sp>
      <p:pic>
        <p:nvPicPr>
          <p:cNvPr id="4" name="Google Shape;144;p27" descr="Google Shape;144;p27">
            <a:extLst>
              <a:ext uri="{FF2B5EF4-FFF2-40B4-BE49-F238E27FC236}">
                <a16:creationId xmlns:a16="http://schemas.microsoft.com/office/drawing/2014/main" id="{2A1980F4-D4A5-94A4-896F-C7383D88D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199" y="1880047"/>
            <a:ext cx="4308090" cy="26461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76840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07D6-A4E2-0DF8-A9BA-8E8C20A48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Least Squares cost function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AF446-8456-205A-1B55-69C588964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natural way to measure error between two quantities like this measure its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square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(so that both negative and positive errors are treating equally) as</a:t>
            </a:r>
          </a:p>
          <a:p>
            <a:pPr marL="0" indent="0">
              <a:lnSpc>
                <a:spcPct val="110000"/>
              </a:lnSpc>
              <a:buNone/>
            </a:pPr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Indeed, we want to 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tune our parameters to </a:t>
            </a:r>
            <a:r>
              <a:rPr lang="en-US" b="1" i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minimize 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Least Squares cost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the function is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optimal value of can be found by equating the gradient to zero. (First order optimization) </a:t>
            </a:r>
          </a:p>
          <a:p>
            <a:pPr>
              <a:lnSpc>
                <a:spcPct val="11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7BD658-EA87-AA6C-5461-D6B92FFD16C6}"/>
                  </a:ext>
                </a:extLst>
              </p:cNvPr>
              <p:cNvSpPr txBox="1"/>
              <p:nvPr/>
            </p:nvSpPr>
            <p:spPr>
              <a:xfrm>
                <a:off x="4957218" y="2961656"/>
                <a:ext cx="1407629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7BD658-EA87-AA6C-5461-D6B92FFD1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218" y="2961656"/>
                <a:ext cx="1407629" cy="670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29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87ED-9595-3265-9175-B5099F87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 Limitation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7B08A-0830-F2FC-EAF9-D281FDC4D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0"/>
            <a:ext cx="6819518" cy="451294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One downside of using the squared error in the Least Squares cost is that </a:t>
            </a:r>
            <a:r>
              <a:rPr lang="en-US" i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squaring the error increases the importance of larger errors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forces weights (coefficients) learned via the Least Squares cost to produce a linear fit that is especially focused on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trying to minimize these large errors.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is often due to </a:t>
            </a:r>
            <a:r>
              <a:rPr lang="en-US" i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 dataset. </a:t>
            </a:r>
          </a:p>
          <a:p>
            <a:pPr>
              <a:lnSpc>
                <a:spcPct val="100000"/>
              </a:lnSpc>
            </a:pPr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82D79-EE66-6E19-B626-372278FD8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143" y="2011680"/>
            <a:ext cx="3044214" cy="21070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571D00-B5EF-5B6C-58E8-0FFBB8F4E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143" y="4588734"/>
            <a:ext cx="3044214" cy="20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14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8A943-FC55-CF73-D758-32799283B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AE" dirty="0"/>
            </a:br>
            <a:r>
              <a:rPr lang="en-US" i="1" dirty="0"/>
              <a:t>Least Absolute Deviations </a:t>
            </a:r>
            <a:r>
              <a:rPr lang="en-US" dirty="0"/>
              <a:t>cost function </a:t>
            </a:r>
            <a:br>
              <a:rPr lang="en-US" dirty="0"/>
            </a:b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B963E-5CD1-CEAB-4DA5-A06A97568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an alternative to using a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squared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for our point-wise cost we can instead measure the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absolute error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using absolute error instead of the squared, we still treat negative and positive errors equally.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48C17B-8A33-2CC2-6261-8E7DF08DF239}"/>
                  </a:ext>
                </a:extLst>
              </p:cNvPr>
              <p:cNvSpPr txBox="1"/>
              <p:nvPr/>
            </p:nvSpPr>
            <p:spPr>
              <a:xfrm>
                <a:off x="4635982" y="3559391"/>
                <a:ext cx="1431930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𝑆𝐴𝐸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48C17B-8A33-2CC2-6261-8E7DF08DF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982" y="3559391"/>
                <a:ext cx="1431930" cy="670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843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BF7A1B-9E1D-EC39-C50D-FF0349227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357" y="1790700"/>
            <a:ext cx="7847286" cy="484950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330F1F1-B64E-2235-F4C6-A89FE41C0694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AE" dirty="0"/>
            </a:br>
            <a:r>
              <a:rPr lang="en-US" i="1" dirty="0"/>
              <a:t>Absolute Error vs Squared Error</a:t>
            </a:r>
            <a:r>
              <a:rPr lang="en-US" dirty="0"/>
              <a:t> </a:t>
            </a:r>
            <a:br>
              <a:rPr lang="en-US" dirty="0"/>
            </a:b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961281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6322-A9EA-4A57-A0CC-7BF8E4AD4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variable: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we want to predict the tip amount based on the bill amount.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Assume the following data, what is the possible predicted next tip amount?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A66BD4-5B6D-4C0F-BC40-EE15BEE7E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468897"/>
              </p:ext>
            </p:extLst>
          </p:nvPr>
        </p:nvGraphicFramePr>
        <p:xfrm>
          <a:off x="1084941" y="3800322"/>
          <a:ext cx="24623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90">
                  <a:extLst>
                    <a:ext uri="{9D8B030D-6E8A-4147-A177-3AD203B41FA5}">
                      <a16:colId xmlns:a16="http://schemas.microsoft.com/office/drawing/2014/main" val="2876194676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3718170529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4066883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Tip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92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48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833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6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34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955263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E33EAB-EFF4-4C07-B10D-D3E39A0FE0A0}"/>
              </a:ext>
            </a:extLst>
          </p:cNvPr>
          <p:cNvCxnSpPr/>
          <p:nvPr/>
        </p:nvCxnSpPr>
        <p:spPr>
          <a:xfrm>
            <a:off x="7139598" y="62332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3C3C318-1703-4596-B8D2-756CA734B241}"/>
              </a:ext>
            </a:extLst>
          </p:cNvPr>
          <p:cNvSpPr txBox="1"/>
          <p:nvPr/>
        </p:nvSpPr>
        <p:spPr>
          <a:xfrm>
            <a:off x="6224817" y="515024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3FDD6A-814C-41D9-BB15-5E5EE938A5D9}"/>
              </a:ext>
            </a:extLst>
          </p:cNvPr>
          <p:cNvSpPr txBox="1"/>
          <p:nvPr/>
        </p:nvSpPr>
        <p:spPr>
          <a:xfrm rot="16200000">
            <a:off x="5036707" y="42742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054421B-09D1-47A6-B2F9-C62464C7520C}"/>
              </a:ext>
            </a:extLst>
          </p:cNvPr>
          <p:cNvSpPr/>
          <p:nvPr/>
        </p:nvSpPr>
        <p:spPr>
          <a:xfrm>
            <a:off x="10134538" y="423653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632C06-E47A-48C0-A852-F351B5B9EEA1}"/>
              </a:ext>
            </a:extLst>
          </p:cNvPr>
          <p:cNvSpPr/>
          <p:nvPr/>
        </p:nvSpPr>
        <p:spPr>
          <a:xfrm>
            <a:off x="8494870" y="5242282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58DC14C-94E9-49DA-BFF7-60207F8D1DA7}"/>
              </a:ext>
            </a:extLst>
          </p:cNvPr>
          <p:cNvSpPr/>
          <p:nvPr/>
        </p:nvSpPr>
        <p:spPr>
          <a:xfrm>
            <a:off x="9163957" y="4961226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BF939C8-D461-42F3-954D-8F0B608B2525}"/>
              </a:ext>
            </a:extLst>
          </p:cNvPr>
          <p:cNvSpPr/>
          <p:nvPr/>
        </p:nvSpPr>
        <p:spPr>
          <a:xfrm>
            <a:off x="8379398" y="551957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2484C0B-1B29-4EC0-AAC5-80339E434D60}"/>
              </a:ext>
            </a:extLst>
          </p:cNvPr>
          <p:cNvSpPr/>
          <p:nvPr/>
        </p:nvSpPr>
        <p:spPr>
          <a:xfrm>
            <a:off x="7772451" y="5716511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F512B5-9E8F-4461-8392-B0501932273E}"/>
              </a:ext>
            </a:extLst>
          </p:cNvPr>
          <p:cNvSpPr txBox="1"/>
          <p:nvPr/>
        </p:nvSpPr>
        <p:spPr>
          <a:xfrm>
            <a:off x="9333592" y="3433609"/>
            <a:ext cx="2115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Give estimation for Tip # 6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4B93E56-FC69-4B91-9997-87AC4FC3A6C6}"/>
              </a:ext>
            </a:extLst>
          </p:cNvPr>
          <p:cNvCxnSpPr>
            <a:cxnSpLocks/>
          </p:cNvCxnSpPr>
          <p:nvPr/>
        </p:nvCxnSpPr>
        <p:spPr>
          <a:xfrm flipV="1">
            <a:off x="7139598" y="34768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909F9F4-A1F3-4396-B60C-2AF800500904}"/>
              </a:ext>
            </a:extLst>
          </p:cNvPr>
          <p:cNvSpPr txBox="1"/>
          <p:nvPr/>
        </p:nvSpPr>
        <p:spPr>
          <a:xfrm>
            <a:off x="7036184" y="62396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2C505F-6A93-4CDB-829F-ADB943A2B5B8}"/>
              </a:ext>
            </a:extLst>
          </p:cNvPr>
          <p:cNvSpPr txBox="1"/>
          <p:nvPr/>
        </p:nvSpPr>
        <p:spPr>
          <a:xfrm>
            <a:off x="10388078" y="639620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</p:spTree>
    <p:extLst>
      <p:ext uri="{BB962C8B-B14F-4D97-AF65-F5344CB8AC3E}">
        <p14:creationId xmlns:p14="http://schemas.microsoft.com/office/powerpoint/2010/main" val="2161015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6322-A9EA-4A57-A0CC-7BF8E4AD4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 variable:</a:t>
            </a:r>
          </a:p>
          <a:p>
            <a:r>
              <a:rPr lang="en-US" dirty="0"/>
              <a:t>If we want to predict the tip amount based on the bill amount.</a:t>
            </a:r>
          </a:p>
          <a:p>
            <a:r>
              <a:rPr lang="en-US" dirty="0"/>
              <a:t>Assume the following data, what is the possible predicted next tip amount?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A66BD4-5B6D-4C0F-BC40-EE15BEE7E405}"/>
              </a:ext>
            </a:extLst>
          </p:cNvPr>
          <p:cNvGraphicFramePr>
            <a:graphicFrameLocks noGrp="1"/>
          </p:cNvGraphicFramePr>
          <p:nvPr/>
        </p:nvGraphicFramePr>
        <p:xfrm>
          <a:off x="1084941" y="3800322"/>
          <a:ext cx="24623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90">
                  <a:extLst>
                    <a:ext uri="{9D8B030D-6E8A-4147-A177-3AD203B41FA5}">
                      <a16:colId xmlns:a16="http://schemas.microsoft.com/office/drawing/2014/main" val="2876194676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3718170529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4066883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Tip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92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48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833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6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34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955263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E33EAB-EFF4-4C07-B10D-D3E39A0FE0A0}"/>
              </a:ext>
            </a:extLst>
          </p:cNvPr>
          <p:cNvCxnSpPr/>
          <p:nvPr/>
        </p:nvCxnSpPr>
        <p:spPr>
          <a:xfrm>
            <a:off x="7139598" y="62332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3C3C318-1703-4596-B8D2-756CA734B241}"/>
              </a:ext>
            </a:extLst>
          </p:cNvPr>
          <p:cNvSpPr txBox="1"/>
          <p:nvPr/>
        </p:nvSpPr>
        <p:spPr>
          <a:xfrm>
            <a:off x="6224817" y="515024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3FDD6A-814C-41D9-BB15-5E5EE938A5D9}"/>
              </a:ext>
            </a:extLst>
          </p:cNvPr>
          <p:cNvSpPr txBox="1"/>
          <p:nvPr/>
        </p:nvSpPr>
        <p:spPr>
          <a:xfrm rot="16200000">
            <a:off x="5036707" y="42742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054421B-09D1-47A6-B2F9-C62464C7520C}"/>
              </a:ext>
            </a:extLst>
          </p:cNvPr>
          <p:cNvSpPr/>
          <p:nvPr/>
        </p:nvSpPr>
        <p:spPr>
          <a:xfrm>
            <a:off x="10134538" y="423653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632C06-E47A-48C0-A852-F351B5B9EEA1}"/>
              </a:ext>
            </a:extLst>
          </p:cNvPr>
          <p:cNvSpPr/>
          <p:nvPr/>
        </p:nvSpPr>
        <p:spPr>
          <a:xfrm>
            <a:off x="8494870" y="5242282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58DC14C-94E9-49DA-BFF7-60207F8D1DA7}"/>
              </a:ext>
            </a:extLst>
          </p:cNvPr>
          <p:cNvSpPr/>
          <p:nvPr/>
        </p:nvSpPr>
        <p:spPr>
          <a:xfrm>
            <a:off x="9163957" y="4961226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BF939C8-D461-42F3-954D-8F0B608B2525}"/>
              </a:ext>
            </a:extLst>
          </p:cNvPr>
          <p:cNvSpPr/>
          <p:nvPr/>
        </p:nvSpPr>
        <p:spPr>
          <a:xfrm>
            <a:off x="8379398" y="551957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2484C0B-1B29-4EC0-AAC5-80339E434D60}"/>
              </a:ext>
            </a:extLst>
          </p:cNvPr>
          <p:cNvSpPr/>
          <p:nvPr/>
        </p:nvSpPr>
        <p:spPr>
          <a:xfrm>
            <a:off x="7772451" y="5716511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F512B5-9E8F-4461-8392-B0501932273E}"/>
              </a:ext>
            </a:extLst>
          </p:cNvPr>
          <p:cNvSpPr txBox="1"/>
          <p:nvPr/>
        </p:nvSpPr>
        <p:spPr>
          <a:xfrm>
            <a:off x="9496878" y="3263132"/>
            <a:ext cx="2115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We can notice the relation here, data follow a line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4B93E56-FC69-4B91-9997-87AC4FC3A6C6}"/>
              </a:ext>
            </a:extLst>
          </p:cNvPr>
          <p:cNvCxnSpPr>
            <a:cxnSpLocks/>
          </p:cNvCxnSpPr>
          <p:nvPr/>
        </p:nvCxnSpPr>
        <p:spPr>
          <a:xfrm flipV="1">
            <a:off x="7139598" y="34768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909F9F4-A1F3-4396-B60C-2AF800500904}"/>
              </a:ext>
            </a:extLst>
          </p:cNvPr>
          <p:cNvSpPr txBox="1"/>
          <p:nvPr/>
        </p:nvSpPr>
        <p:spPr>
          <a:xfrm>
            <a:off x="7036184" y="62396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2C505F-6A93-4CDB-829F-ADB943A2B5B8}"/>
              </a:ext>
            </a:extLst>
          </p:cNvPr>
          <p:cNvSpPr txBox="1"/>
          <p:nvPr/>
        </p:nvSpPr>
        <p:spPr>
          <a:xfrm>
            <a:off x="10388078" y="639620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</p:spTree>
    <p:extLst>
      <p:ext uri="{BB962C8B-B14F-4D97-AF65-F5344CB8AC3E}">
        <p14:creationId xmlns:p14="http://schemas.microsoft.com/office/powerpoint/2010/main" val="1946622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6322-A9EA-4A57-A0CC-7BF8E4AD4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 variable:</a:t>
            </a:r>
          </a:p>
          <a:p>
            <a:r>
              <a:rPr lang="en-US" dirty="0"/>
              <a:t>If we want to predict the tip amount based on the bill amount.</a:t>
            </a:r>
          </a:p>
          <a:p>
            <a:r>
              <a:rPr lang="en-US" dirty="0"/>
              <a:t>Assume the following data, what is the possible predicted next tip amount?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A66BD4-5B6D-4C0F-BC40-EE15BEE7E405}"/>
              </a:ext>
            </a:extLst>
          </p:cNvPr>
          <p:cNvGraphicFramePr>
            <a:graphicFrameLocks noGrp="1"/>
          </p:cNvGraphicFramePr>
          <p:nvPr/>
        </p:nvGraphicFramePr>
        <p:xfrm>
          <a:off x="1084941" y="3800322"/>
          <a:ext cx="24623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90">
                  <a:extLst>
                    <a:ext uri="{9D8B030D-6E8A-4147-A177-3AD203B41FA5}">
                      <a16:colId xmlns:a16="http://schemas.microsoft.com/office/drawing/2014/main" val="2876194676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3718170529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4066883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Tip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92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48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833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6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34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955263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E33EAB-EFF4-4C07-B10D-D3E39A0FE0A0}"/>
              </a:ext>
            </a:extLst>
          </p:cNvPr>
          <p:cNvCxnSpPr/>
          <p:nvPr/>
        </p:nvCxnSpPr>
        <p:spPr>
          <a:xfrm>
            <a:off x="7139598" y="62332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3C3C318-1703-4596-B8D2-756CA734B241}"/>
              </a:ext>
            </a:extLst>
          </p:cNvPr>
          <p:cNvSpPr txBox="1"/>
          <p:nvPr/>
        </p:nvSpPr>
        <p:spPr>
          <a:xfrm>
            <a:off x="6224817" y="515024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3FDD6A-814C-41D9-BB15-5E5EE938A5D9}"/>
              </a:ext>
            </a:extLst>
          </p:cNvPr>
          <p:cNvSpPr txBox="1"/>
          <p:nvPr/>
        </p:nvSpPr>
        <p:spPr>
          <a:xfrm rot="16200000">
            <a:off x="5036707" y="42742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054421B-09D1-47A6-B2F9-C62464C7520C}"/>
              </a:ext>
            </a:extLst>
          </p:cNvPr>
          <p:cNvSpPr/>
          <p:nvPr/>
        </p:nvSpPr>
        <p:spPr>
          <a:xfrm>
            <a:off x="10134538" y="423653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632C06-E47A-48C0-A852-F351B5B9EEA1}"/>
              </a:ext>
            </a:extLst>
          </p:cNvPr>
          <p:cNvSpPr/>
          <p:nvPr/>
        </p:nvSpPr>
        <p:spPr>
          <a:xfrm>
            <a:off x="8494870" y="5242282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58DC14C-94E9-49DA-BFF7-60207F8D1DA7}"/>
              </a:ext>
            </a:extLst>
          </p:cNvPr>
          <p:cNvSpPr/>
          <p:nvPr/>
        </p:nvSpPr>
        <p:spPr>
          <a:xfrm>
            <a:off x="9163957" y="4961226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BF939C8-D461-42F3-954D-8F0B608B2525}"/>
              </a:ext>
            </a:extLst>
          </p:cNvPr>
          <p:cNvSpPr/>
          <p:nvPr/>
        </p:nvSpPr>
        <p:spPr>
          <a:xfrm>
            <a:off x="8379398" y="551957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2484C0B-1B29-4EC0-AAC5-80339E434D60}"/>
              </a:ext>
            </a:extLst>
          </p:cNvPr>
          <p:cNvSpPr/>
          <p:nvPr/>
        </p:nvSpPr>
        <p:spPr>
          <a:xfrm>
            <a:off x="7772451" y="5716511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F512B5-9E8F-4461-8392-B0501932273E}"/>
              </a:ext>
            </a:extLst>
          </p:cNvPr>
          <p:cNvSpPr txBox="1"/>
          <p:nvPr/>
        </p:nvSpPr>
        <p:spPr>
          <a:xfrm>
            <a:off x="4434146" y="3644632"/>
            <a:ext cx="2115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Which regression line is the best?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4B93E56-FC69-4B91-9997-87AC4FC3A6C6}"/>
              </a:ext>
            </a:extLst>
          </p:cNvPr>
          <p:cNvCxnSpPr>
            <a:cxnSpLocks/>
          </p:cNvCxnSpPr>
          <p:nvPr/>
        </p:nvCxnSpPr>
        <p:spPr>
          <a:xfrm flipV="1">
            <a:off x="7139598" y="34768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909F9F4-A1F3-4396-B60C-2AF800500904}"/>
              </a:ext>
            </a:extLst>
          </p:cNvPr>
          <p:cNvSpPr txBox="1"/>
          <p:nvPr/>
        </p:nvSpPr>
        <p:spPr>
          <a:xfrm>
            <a:off x="7036184" y="62396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2C505F-6A93-4CDB-829F-ADB943A2B5B8}"/>
              </a:ext>
            </a:extLst>
          </p:cNvPr>
          <p:cNvSpPr txBox="1"/>
          <p:nvPr/>
        </p:nvSpPr>
        <p:spPr>
          <a:xfrm>
            <a:off x="10388078" y="639620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67B05C-B55D-4C1E-AA06-997D1FABD383}"/>
              </a:ext>
            </a:extLst>
          </p:cNvPr>
          <p:cNvCxnSpPr>
            <a:cxnSpLocks/>
          </p:cNvCxnSpPr>
          <p:nvPr/>
        </p:nvCxnSpPr>
        <p:spPr>
          <a:xfrm flipV="1">
            <a:off x="7293429" y="3548744"/>
            <a:ext cx="3438455" cy="3211345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CDE89F-9DD2-414C-8956-1F8A00A8AA22}"/>
              </a:ext>
            </a:extLst>
          </p:cNvPr>
          <p:cNvCxnSpPr>
            <a:cxnSpLocks/>
          </p:cNvCxnSpPr>
          <p:nvPr/>
        </p:nvCxnSpPr>
        <p:spPr>
          <a:xfrm flipV="1">
            <a:off x="7293429" y="3894772"/>
            <a:ext cx="3276600" cy="255397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8ACC11-4F17-4892-A4EC-B4489793464F}"/>
              </a:ext>
            </a:extLst>
          </p:cNvPr>
          <p:cNvCxnSpPr>
            <a:cxnSpLocks/>
          </p:cNvCxnSpPr>
          <p:nvPr/>
        </p:nvCxnSpPr>
        <p:spPr>
          <a:xfrm flipV="1">
            <a:off x="6809789" y="3960515"/>
            <a:ext cx="4083701" cy="24882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94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6322-A9EA-4A57-A0CC-7BF8E4AD4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 variable:</a:t>
            </a:r>
          </a:p>
          <a:p>
            <a:r>
              <a:rPr lang="en-US" dirty="0"/>
              <a:t>If we want to predict the tip amount based on the bill amount.</a:t>
            </a:r>
          </a:p>
          <a:p>
            <a:r>
              <a:rPr lang="en-US" dirty="0"/>
              <a:t>Assume the following data, what is the possible predicted next tip amount?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A66BD4-5B6D-4C0F-BC40-EE15BEE7E405}"/>
              </a:ext>
            </a:extLst>
          </p:cNvPr>
          <p:cNvGraphicFramePr>
            <a:graphicFrameLocks noGrp="1"/>
          </p:cNvGraphicFramePr>
          <p:nvPr/>
        </p:nvGraphicFramePr>
        <p:xfrm>
          <a:off x="1084941" y="3800322"/>
          <a:ext cx="24623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90">
                  <a:extLst>
                    <a:ext uri="{9D8B030D-6E8A-4147-A177-3AD203B41FA5}">
                      <a16:colId xmlns:a16="http://schemas.microsoft.com/office/drawing/2014/main" val="2876194676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3718170529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4066883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Tip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92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48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833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6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34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955263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E33EAB-EFF4-4C07-B10D-D3E39A0FE0A0}"/>
              </a:ext>
            </a:extLst>
          </p:cNvPr>
          <p:cNvCxnSpPr/>
          <p:nvPr/>
        </p:nvCxnSpPr>
        <p:spPr>
          <a:xfrm>
            <a:off x="7139598" y="62332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3C3C318-1703-4596-B8D2-756CA734B241}"/>
              </a:ext>
            </a:extLst>
          </p:cNvPr>
          <p:cNvSpPr txBox="1"/>
          <p:nvPr/>
        </p:nvSpPr>
        <p:spPr>
          <a:xfrm>
            <a:off x="6224817" y="515024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3FDD6A-814C-41D9-BB15-5E5EE938A5D9}"/>
              </a:ext>
            </a:extLst>
          </p:cNvPr>
          <p:cNvSpPr txBox="1"/>
          <p:nvPr/>
        </p:nvSpPr>
        <p:spPr>
          <a:xfrm rot="16200000">
            <a:off x="5036707" y="42742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054421B-09D1-47A6-B2F9-C62464C7520C}"/>
              </a:ext>
            </a:extLst>
          </p:cNvPr>
          <p:cNvSpPr/>
          <p:nvPr/>
        </p:nvSpPr>
        <p:spPr>
          <a:xfrm>
            <a:off x="10134538" y="423653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632C06-E47A-48C0-A852-F351B5B9EEA1}"/>
              </a:ext>
            </a:extLst>
          </p:cNvPr>
          <p:cNvSpPr/>
          <p:nvPr/>
        </p:nvSpPr>
        <p:spPr>
          <a:xfrm>
            <a:off x="8494870" y="5242282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58DC14C-94E9-49DA-BFF7-60207F8D1DA7}"/>
              </a:ext>
            </a:extLst>
          </p:cNvPr>
          <p:cNvSpPr/>
          <p:nvPr/>
        </p:nvSpPr>
        <p:spPr>
          <a:xfrm>
            <a:off x="9163957" y="4961226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BF939C8-D461-42F3-954D-8F0B608B2525}"/>
              </a:ext>
            </a:extLst>
          </p:cNvPr>
          <p:cNvSpPr/>
          <p:nvPr/>
        </p:nvSpPr>
        <p:spPr>
          <a:xfrm>
            <a:off x="8379398" y="551957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2484C0B-1B29-4EC0-AAC5-80339E434D60}"/>
              </a:ext>
            </a:extLst>
          </p:cNvPr>
          <p:cNvSpPr/>
          <p:nvPr/>
        </p:nvSpPr>
        <p:spPr>
          <a:xfrm>
            <a:off x="7772451" y="5716511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F512B5-9E8F-4461-8392-B0501932273E}"/>
              </a:ext>
            </a:extLst>
          </p:cNvPr>
          <p:cNvSpPr txBox="1"/>
          <p:nvPr/>
        </p:nvSpPr>
        <p:spPr>
          <a:xfrm>
            <a:off x="4434146" y="3644632"/>
            <a:ext cx="21154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Which regression line is the best?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The one with the minimum error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4B93E56-FC69-4B91-9997-87AC4FC3A6C6}"/>
              </a:ext>
            </a:extLst>
          </p:cNvPr>
          <p:cNvCxnSpPr>
            <a:cxnSpLocks/>
          </p:cNvCxnSpPr>
          <p:nvPr/>
        </p:nvCxnSpPr>
        <p:spPr>
          <a:xfrm flipV="1">
            <a:off x="7139598" y="34768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909F9F4-A1F3-4396-B60C-2AF800500904}"/>
              </a:ext>
            </a:extLst>
          </p:cNvPr>
          <p:cNvSpPr txBox="1"/>
          <p:nvPr/>
        </p:nvSpPr>
        <p:spPr>
          <a:xfrm>
            <a:off x="7036184" y="62396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2C505F-6A93-4CDB-829F-ADB943A2B5B8}"/>
              </a:ext>
            </a:extLst>
          </p:cNvPr>
          <p:cNvSpPr txBox="1"/>
          <p:nvPr/>
        </p:nvSpPr>
        <p:spPr>
          <a:xfrm>
            <a:off x="10388078" y="639620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67B05C-B55D-4C1E-AA06-997D1FABD383}"/>
              </a:ext>
            </a:extLst>
          </p:cNvPr>
          <p:cNvCxnSpPr>
            <a:cxnSpLocks/>
          </p:cNvCxnSpPr>
          <p:nvPr/>
        </p:nvCxnSpPr>
        <p:spPr>
          <a:xfrm flipV="1">
            <a:off x="7293429" y="3548744"/>
            <a:ext cx="3438455" cy="3211345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CDE89F-9DD2-414C-8956-1F8A00A8AA22}"/>
              </a:ext>
            </a:extLst>
          </p:cNvPr>
          <p:cNvCxnSpPr>
            <a:cxnSpLocks/>
          </p:cNvCxnSpPr>
          <p:nvPr/>
        </p:nvCxnSpPr>
        <p:spPr>
          <a:xfrm flipV="1">
            <a:off x="7293429" y="3894772"/>
            <a:ext cx="3276600" cy="255397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8ACC11-4F17-4892-A4EC-B4489793464F}"/>
              </a:ext>
            </a:extLst>
          </p:cNvPr>
          <p:cNvCxnSpPr>
            <a:cxnSpLocks/>
          </p:cNvCxnSpPr>
          <p:nvPr/>
        </p:nvCxnSpPr>
        <p:spPr>
          <a:xfrm flipV="1">
            <a:off x="6809789" y="3960515"/>
            <a:ext cx="4083701" cy="24882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846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6322-A9EA-4A57-A0CC-7BF8E4AD4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 variable:</a:t>
            </a:r>
          </a:p>
          <a:p>
            <a:r>
              <a:rPr lang="en-US" dirty="0"/>
              <a:t>If we want to predict the tip amount based on the bill amount.</a:t>
            </a:r>
          </a:p>
          <a:p>
            <a:r>
              <a:rPr lang="en-US" dirty="0"/>
              <a:t>Assume the following data, what is the possible predicted next tip amount?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A66BD4-5B6D-4C0F-BC40-EE15BEE7E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725262"/>
              </p:ext>
            </p:extLst>
          </p:nvPr>
        </p:nvGraphicFramePr>
        <p:xfrm>
          <a:off x="1084941" y="3800322"/>
          <a:ext cx="24623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90">
                  <a:extLst>
                    <a:ext uri="{9D8B030D-6E8A-4147-A177-3AD203B41FA5}">
                      <a16:colId xmlns:a16="http://schemas.microsoft.com/office/drawing/2014/main" val="2876194676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3718170529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4066883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Tip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92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48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833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6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34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955263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E33EAB-EFF4-4C07-B10D-D3E39A0FE0A0}"/>
              </a:ext>
            </a:extLst>
          </p:cNvPr>
          <p:cNvCxnSpPr/>
          <p:nvPr/>
        </p:nvCxnSpPr>
        <p:spPr>
          <a:xfrm>
            <a:off x="7139598" y="62332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3C3C318-1703-4596-B8D2-756CA734B241}"/>
              </a:ext>
            </a:extLst>
          </p:cNvPr>
          <p:cNvSpPr txBox="1"/>
          <p:nvPr/>
        </p:nvSpPr>
        <p:spPr>
          <a:xfrm>
            <a:off x="6224817" y="515024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3FDD6A-814C-41D9-BB15-5E5EE938A5D9}"/>
              </a:ext>
            </a:extLst>
          </p:cNvPr>
          <p:cNvSpPr txBox="1"/>
          <p:nvPr/>
        </p:nvSpPr>
        <p:spPr>
          <a:xfrm rot="16200000">
            <a:off x="5036707" y="42742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054421B-09D1-47A6-B2F9-C62464C7520C}"/>
              </a:ext>
            </a:extLst>
          </p:cNvPr>
          <p:cNvSpPr/>
          <p:nvPr/>
        </p:nvSpPr>
        <p:spPr>
          <a:xfrm>
            <a:off x="10134538" y="423653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632C06-E47A-48C0-A852-F351B5B9EEA1}"/>
              </a:ext>
            </a:extLst>
          </p:cNvPr>
          <p:cNvSpPr/>
          <p:nvPr/>
        </p:nvSpPr>
        <p:spPr>
          <a:xfrm>
            <a:off x="8494870" y="5242282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58DC14C-94E9-49DA-BFF7-60207F8D1DA7}"/>
              </a:ext>
            </a:extLst>
          </p:cNvPr>
          <p:cNvSpPr/>
          <p:nvPr/>
        </p:nvSpPr>
        <p:spPr>
          <a:xfrm>
            <a:off x="9163957" y="4961226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BF939C8-D461-42F3-954D-8F0B608B2525}"/>
              </a:ext>
            </a:extLst>
          </p:cNvPr>
          <p:cNvSpPr/>
          <p:nvPr/>
        </p:nvSpPr>
        <p:spPr>
          <a:xfrm>
            <a:off x="8379398" y="551957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2484C0B-1B29-4EC0-AAC5-80339E434D60}"/>
              </a:ext>
            </a:extLst>
          </p:cNvPr>
          <p:cNvSpPr/>
          <p:nvPr/>
        </p:nvSpPr>
        <p:spPr>
          <a:xfrm>
            <a:off x="7772451" y="5716511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4B93E56-FC69-4B91-9997-87AC4FC3A6C6}"/>
              </a:ext>
            </a:extLst>
          </p:cNvPr>
          <p:cNvCxnSpPr>
            <a:cxnSpLocks/>
          </p:cNvCxnSpPr>
          <p:nvPr/>
        </p:nvCxnSpPr>
        <p:spPr>
          <a:xfrm flipV="1">
            <a:off x="7139598" y="34768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909F9F4-A1F3-4396-B60C-2AF800500904}"/>
              </a:ext>
            </a:extLst>
          </p:cNvPr>
          <p:cNvSpPr txBox="1"/>
          <p:nvPr/>
        </p:nvSpPr>
        <p:spPr>
          <a:xfrm>
            <a:off x="7036184" y="62396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2C505F-6A93-4CDB-829F-ADB943A2B5B8}"/>
              </a:ext>
            </a:extLst>
          </p:cNvPr>
          <p:cNvSpPr txBox="1"/>
          <p:nvPr/>
        </p:nvSpPr>
        <p:spPr>
          <a:xfrm>
            <a:off x="10388078" y="639620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D0FC56-D96D-40A3-8993-723307D9EB66}"/>
              </a:ext>
            </a:extLst>
          </p:cNvPr>
          <p:cNvCxnSpPr>
            <a:cxnSpLocks/>
          </p:cNvCxnSpPr>
          <p:nvPr/>
        </p:nvCxnSpPr>
        <p:spPr>
          <a:xfrm flipH="1">
            <a:off x="7059130" y="5185444"/>
            <a:ext cx="39372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8869DE-BCB4-4B57-B397-A45BEAA79B4D}"/>
                  </a:ext>
                </a:extLst>
              </p:cNvPr>
              <p:cNvSpPr txBox="1"/>
              <p:nvPr/>
            </p:nvSpPr>
            <p:spPr>
              <a:xfrm>
                <a:off x="10900632" y="4857725"/>
                <a:ext cx="1057918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𝑻𝒊𝒑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8869DE-BCB4-4B57-B397-A45BEAA79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0632" y="4857725"/>
                <a:ext cx="1057918" cy="301878"/>
              </a:xfrm>
              <a:prstGeom prst="rect">
                <a:avLst/>
              </a:prstGeom>
              <a:blipFill>
                <a:blip r:embed="rId2"/>
                <a:stretch>
                  <a:fillRect l="-4598" r="-5172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6C60C9-FC9E-4155-A070-62D6E1B7F184}"/>
              </a:ext>
            </a:extLst>
          </p:cNvPr>
          <p:cNvCxnSpPr>
            <a:cxnSpLocks/>
          </p:cNvCxnSpPr>
          <p:nvPr/>
        </p:nvCxnSpPr>
        <p:spPr>
          <a:xfrm>
            <a:off x="8870593" y="3800322"/>
            <a:ext cx="44808" cy="259588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F56BD5-1DDA-46F6-8C14-BAB6D5985BE4}"/>
                  </a:ext>
                </a:extLst>
              </p:cNvPr>
              <p:cNvSpPr txBox="1"/>
              <p:nvPr/>
            </p:nvSpPr>
            <p:spPr>
              <a:xfrm>
                <a:off x="8410240" y="3441607"/>
                <a:ext cx="12326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𝑩𝒊𝒍𝒍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F56BD5-1DDA-46F6-8C14-BAB6D5985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240" y="3441607"/>
                <a:ext cx="1232645" cy="276999"/>
              </a:xfrm>
              <a:prstGeom prst="rect">
                <a:avLst/>
              </a:prstGeom>
              <a:blipFill>
                <a:blip r:embed="rId3"/>
                <a:stretch>
                  <a:fillRect l="-4455" r="-4455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21C946F-90CF-4290-B027-723E5FCEE44D}"/>
                  </a:ext>
                </a:extLst>
              </p:cNvPr>
              <p:cNvSpPr txBox="1"/>
              <p:nvPr/>
            </p:nvSpPr>
            <p:spPr>
              <a:xfrm>
                <a:off x="3515305" y="4674355"/>
                <a:ext cx="2898584" cy="1221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regression line MUST go cross the centroid point</a:t>
                </a:r>
              </a:p>
              <a:p>
                <a:endParaRPr lang="en-US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Centroid point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𝐵𝑖𝑙𝑙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𝑇𝑖𝑝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21C946F-90CF-4290-B027-723E5FCEE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305" y="4674355"/>
                <a:ext cx="2898584" cy="1221745"/>
              </a:xfrm>
              <a:prstGeom prst="rect">
                <a:avLst/>
              </a:prstGeom>
              <a:blipFill>
                <a:blip r:embed="rId4"/>
                <a:stretch>
                  <a:fillRect l="-1895" t="-3000" r="-842" b="-600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B2B083B-1628-4BC4-B93B-36F691A58436}"/>
              </a:ext>
            </a:extLst>
          </p:cNvPr>
          <p:cNvSpPr txBox="1"/>
          <p:nvPr/>
        </p:nvSpPr>
        <p:spPr>
          <a:xfrm>
            <a:off x="7608137" y="4197775"/>
            <a:ext cx="1463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Centroid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0806B3-E219-4B0E-A8A8-3773794D8A17}"/>
              </a:ext>
            </a:extLst>
          </p:cNvPr>
          <p:cNvCxnSpPr/>
          <p:nvPr/>
        </p:nvCxnSpPr>
        <p:spPr>
          <a:xfrm>
            <a:off x="7977267" y="4526002"/>
            <a:ext cx="893326" cy="633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652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6322-A9EA-4A57-A0CC-7BF8E4AD4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 variable:</a:t>
            </a:r>
          </a:p>
          <a:p>
            <a:r>
              <a:rPr lang="en-US" dirty="0"/>
              <a:t>If we want to predict the tip amount based on the bill amount.</a:t>
            </a:r>
          </a:p>
          <a:p>
            <a:r>
              <a:rPr lang="en-US" dirty="0"/>
              <a:t>Assume the following data, what is the possible predicted next tip amount?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A66BD4-5B6D-4C0F-BC40-EE15BEE7E405}"/>
              </a:ext>
            </a:extLst>
          </p:cNvPr>
          <p:cNvGraphicFramePr>
            <a:graphicFrameLocks noGrp="1"/>
          </p:cNvGraphicFramePr>
          <p:nvPr/>
        </p:nvGraphicFramePr>
        <p:xfrm>
          <a:off x="1084941" y="3800322"/>
          <a:ext cx="24623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90">
                  <a:extLst>
                    <a:ext uri="{9D8B030D-6E8A-4147-A177-3AD203B41FA5}">
                      <a16:colId xmlns:a16="http://schemas.microsoft.com/office/drawing/2014/main" val="2876194676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3718170529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4066883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Tip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92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48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833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6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34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955263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E33EAB-EFF4-4C07-B10D-D3E39A0FE0A0}"/>
              </a:ext>
            </a:extLst>
          </p:cNvPr>
          <p:cNvCxnSpPr/>
          <p:nvPr/>
        </p:nvCxnSpPr>
        <p:spPr>
          <a:xfrm>
            <a:off x="7139598" y="62332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3C3C318-1703-4596-B8D2-756CA734B241}"/>
              </a:ext>
            </a:extLst>
          </p:cNvPr>
          <p:cNvSpPr txBox="1"/>
          <p:nvPr/>
        </p:nvSpPr>
        <p:spPr>
          <a:xfrm>
            <a:off x="6224817" y="515024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3FDD6A-814C-41D9-BB15-5E5EE938A5D9}"/>
              </a:ext>
            </a:extLst>
          </p:cNvPr>
          <p:cNvSpPr txBox="1"/>
          <p:nvPr/>
        </p:nvSpPr>
        <p:spPr>
          <a:xfrm rot="16200000">
            <a:off x="5036707" y="42742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054421B-09D1-47A6-B2F9-C62464C7520C}"/>
              </a:ext>
            </a:extLst>
          </p:cNvPr>
          <p:cNvSpPr/>
          <p:nvPr/>
        </p:nvSpPr>
        <p:spPr>
          <a:xfrm>
            <a:off x="10134538" y="423653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632C06-E47A-48C0-A852-F351B5B9EEA1}"/>
              </a:ext>
            </a:extLst>
          </p:cNvPr>
          <p:cNvSpPr/>
          <p:nvPr/>
        </p:nvSpPr>
        <p:spPr>
          <a:xfrm>
            <a:off x="8494870" y="5242282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58DC14C-94E9-49DA-BFF7-60207F8D1DA7}"/>
              </a:ext>
            </a:extLst>
          </p:cNvPr>
          <p:cNvSpPr/>
          <p:nvPr/>
        </p:nvSpPr>
        <p:spPr>
          <a:xfrm>
            <a:off x="9163957" y="4961226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BF939C8-D461-42F3-954D-8F0B608B2525}"/>
              </a:ext>
            </a:extLst>
          </p:cNvPr>
          <p:cNvSpPr/>
          <p:nvPr/>
        </p:nvSpPr>
        <p:spPr>
          <a:xfrm>
            <a:off x="8379398" y="551957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2484C0B-1B29-4EC0-AAC5-80339E434D60}"/>
              </a:ext>
            </a:extLst>
          </p:cNvPr>
          <p:cNvSpPr/>
          <p:nvPr/>
        </p:nvSpPr>
        <p:spPr>
          <a:xfrm>
            <a:off x="7772451" y="5716511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4B93E56-FC69-4B91-9997-87AC4FC3A6C6}"/>
              </a:ext>
            </a:extLst>
          </p:cNvPr>
          <p:cNvCxnSpPr>
            <a:cxnSpLocks/>
          </p:cNvCxnSpPr>
          <p:nvPr/>
        </p:nvCxnSpPr>
        <p:spPr>
          <a:xfrm flipV="1">
            <a:off x="7139598" y="34768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909F9F4-A1F3-4396-B60C-2AF800500904}"/>
              </a:ext>
            </a:extLst>
          </p:cNvPr>
          <p:cNvSpPr txBox="1"/>
          <p:nvPr/>
        </p:nvSpPr>
        <p:spPr>
          <a:xfrm>
            <a:off x="7036184" y="62396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2C505F-6A93-4CDB-829F-ADB943A2B5B8}"/>
              </a:ext>
            </a:extLst>
          </p:cNvPr>
          <p:cNvSpPr txBox="1"/>
          <p:nvPr/>
        </p:nvSpPr>
        <p:spPr>
          <a:xfrm>
            <a:off x="10388078" y="639620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D0FC56-D96D-40A3-8993-723307D9EB66}"/>
              </a:ext>
            </a:extLst>
          </p:cNvPr>
          <p:cNvCxnSpPr>
            <a:cxnSpLocks/>
          </p:cNvCxnSpPr>
          <p:nvPr/>
        </p:nvCxnSpPr>
        <p:spPr>
          <a:xfrm flipH="1">
            <a:off x="7059130" y="5185444"/>
            <a:ext cx="3937252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8869DE-BCB4-4B57-B397-A45BEAA79B4D}"/>
                  </a:ext>
                </a:extLst>
              </p:cNvPr>
              <p:cNvSpPr txBox="1"/>
              <p:nvPr/>
            </p:nvSpPr>
            <p:spPr>
              <a:xfrm>
                <a:off x="10900632" y="4857725"/>
                <a:ext cx="1057918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𝑻𝒊𝒑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8869DE-BCB4-4B57-B397-A45BEAA79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0632" y="4857725"/>
                <a:ext cx="1057918" cy="301878"/>
              </a:xfrm>
              <a:prstGeom prst="rect">
                <a:avLst/>
              </a:prstGeom>
              <a:blipFill>
                <a:blip r:embed="rId2"/>
                <a:stretch>
                  <a:fillRect l="-4598" r="-5172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6C60C9-FC9E-4155-A070-62D6E1B7F184}"/>
              </a:ext>
            </a:extLst>
          </p:cNvPr>
          <p:cNvCxnSpPr>
            <a:cxnSpLocks/>
          </p:cNvCxnSpPr>
          <p:nvPr/>
        </p:nvCxnSpPr>
        <p:spPr>
          <a:xfrm>
            <a:off x="8870593" y="3800322"/>
            <a:ext cx="44808" cy="259588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F56BD5-1DDA-46F6-8C14-BAB6D5985BE4}"/>
                  </a:ext>
                </a:extLst>
              </p:cNvPr>
              <p:cNvSpPr txBox="1"/>
              <p:nvPr/>
            </p:nvSpPr>
            <p:spPr>
              <a:xfrm>
                <a:off x="8410240" y="3441607"/>
                <a:ext cx="12326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𝑩𝒊𝒍𝒍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F56BD5-1DDA-46F6-8C14-BAB6D5985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240" y="3441607"/>
                <a:ext cx="1232645" cy="276999"/>
              </a:xfrm>
              <a:prstGeom prst="rect">
                <a:avLst/>
              </a:prstGeom>
              <a:blipFill>
                <a:blip r:embed="rId3"/>
                <a:stretch>
                  <a:fillRect l="-4455" r="-4455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2603C2-409D-4CF1-A257-D832664CC44D}"/>
              </a:ext>
            </a:extLst>
          </p:cNvPr>
          <p:cNvCxnSpPr/>
          <p:nvPr/>
        </p:nvCxnSpPr>
        <p:spPr>
          <a:xfrm flipV="1">
            <a:off x="6751597" y="4060371"/>
            <a:ext cx="4083701" cy="23358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DEFBD71-C6CB-4A5F-84DD-4ECDBE921DC7}"/>
                  </a:ext>
                </a:extLst>
              </p:cNvPr>
              <p:cNvSpPr/>
              <p:nvPr/>
            </p:nvSpPr>
            <p:spPr>
              <a:xfrm>
                <a:off x="4236617" y="4634905"/>
                <a:ext cx="22902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′=0.386+0.087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DEFBD71-C6CB-4A5F-84DD-4ECDBE921D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617" y="4634905"/>
                <a:ext cx="22902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32380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6322-A9EA-4A57-A0CC-7BF8E4AD4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 variable:</a:t>
            </a:r>
          </a:p>
          <a:p>
            <a:r>
              <a:rPr lang="en-US" dirty="0"/>
              <a:t>If we want to predict the tip amount based on the bill amount.</a:t>
            </a:r>
          </a:p>
          <a:p>
            <a:r>
              <a:rPr lang="en-US" dirty="0"/>
              <a:t>Assume the following data, what is the possible predicted next tip amount?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A66BD4-5B6D-4C0F-BC40-EE15BEE7E405}"/>
              </a:ext>
            </a:extLst>
          </p:cNvPr>
          <p:cNvGraphicFramePr>
            <a:graphicFrameLocks noGrp="1"/>
          </p:cNvGraphicFramePr>
          <p:nvPr/>
        </p:nvGraphicFramePr>
        <p:xfrm>
          <a:off x="1084941" y="3800322"/>
          <a:ext cx="24623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90">
                  <a:extLst>
                    <a:ext uri="{9D8B030D-6E8A-4147-A177-3AD203B41FA5}">
                      <a16:colId xmlns:a16="http://schemas.microsoft.com/office/drawing/2014/main" val="2876194676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3718170529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4066883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Tip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92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48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833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6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34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955263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E33EAB-EFF4-4C07-B10D-D3E39A0FE0A0}"/>
              </a:ext>
            </a:extLst>
          </p:cNvPr>
          <p:cNvCxnSpPr/>
          <p:nvPr/>
        </p:nvCxnSpPr>
        <p:spPr>
          <a:xfrm>
            <a:off x="7139598" y="62332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3C3C318-1703-4596-B8D2-756CA734B241}"/>
              </a:ext>
            </a:extLst>
          </p:cNvPr>
          <p:cNvSpPr txBox="1"/>
          <p:nvPr/>
        </p:nvSpPr>
        <p:spPr>
          <a:xfrm>
            <a:off x="6224817" y="515024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3FDD6A-814C-41D9-BB15-5E5EE938A5D9}"/>
              </a:ext>
            </a:extLst>
          </p:cNvPr>
          <p:cNvSpPr txBox="1"/>
          <p:nvPr/>
        </p:nvSpPr>
        <p:spPr>
          <a:xfrm rot="16200000">
            <a:off x="5036707" y="42742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054421B-09D1-47A6-B2F9-C62464C7520C}"/>
              </a:ext>
            </a:extLst>
          </p:cNvPr>
          <p:cNvSpPr/>
          <p:nvPr/>
        </p:nvSpPr>
        <p:spPr>
          <a:xfrm>
            <a:off x="10134538" y="423653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632C06-E47A-48C0-A852-F351B5B9EEA1}"/>
              </a:ext>
            </a:extLst>
          </p:cNvPr>
          <p:cNvSpPr/>
          <p:nvPr/>
        </p:nvSpPr>
        <p:spPr>
          <a:xfrm>
            <a:off x="8494870" y="5242282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58DC14C-94E9-49DA-BFF7-60207F8D1DA7}"/>
              </a:ext>
            </a:extLst>
          </p:cNvPr>
          <p:cNvSpPr/>
          <p:nvPr/>
        </p:nvSpPr>
        <p:spPr>
          <a:xfrm>
            <a:off x="9163957" y="4961226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BF939C8-D461-42F3-954D-8F0B608B2525}"/>
              </a:ext>
            </a:extLst>
          </p:cNvPr>
          <p:cNvSpPr/>
          <p:nvPr/>
        </p:nvSpPr>
        <p:spPr>
          <a:xfrm>
            <a:off x="8379398" y="551957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2484C0B-1B29-4EC0-AAC5-80339E434D60}"/>
              </a:ext>
            </a:extLst>
          </p:cNvPr>
          <p:cNvSpPr/>
          <p:nvPr/>
        </p:nvSpPr>
        <p:spPr>
          <a:xfrm>
            <a:off x="7772451" y="5716511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4B93E56-FC69-4B91-9997-87AC4FC3A6C6}"/>
              </a:ext>
            </a:extLst>
          </p:cNvPr>
          <p:cNvCxnSpPr>
            <a:cxnSpLocks/>
          </p:cNvCxnSpPr>
          <p:nvPr/>
        </p:nvCxnSpPr>
        <p:spPr>
          <a:xfrm flipV="1">
            <a:off x="7139598" y="34768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909F9F4-A1F3-4396-B60C-2AF800500904}"/>
              </a:ext>
            </a:extLst>
          </p:cNvPr>
          <p:cNvSpPr txBox="1"/>
          <p:nvPr/>
        </p:nvSpPr>
        <p:spPr>
          <a:xfrm>
            <a:off x="7036184" y="62396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2C505F-6A93-4CDB-829F-ADB943A2B5B8}"/>
              </a:ext>
            </a:extLst>
          </p:cNvPr>
          <p:cNvSpPr txBox="1"/>
          <p:nvPr/>
        </p:nvSpPr>
        <p:spPr>
          <a:xfrm>
            <a:off x="10388078" y="639620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D0FC56-D96D-40A3-8993-723307D9EB66}"/>
              </a:ext>
            </a:extLst>
          </p:cNvPr>
          <p:cNvCxnSpPr>
            <a:cxnSpLocks/>
          </p:cNvCxnSpPr>
          <p:nvPr/>
        </p:nvCxnSpPr>
        <p:spPr>
          <a:xfrm flipH="1">
            <a:off x="7059130" y="5185444"/>
            <a:ext cx="3937252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8869DE-BCB4-4B57-B397-A45BEAA79B4D}"/>
                  </a:ext>
                </a:extLst>
              </p:cNvPr>
              <p:cNvSpPr txBox="1"/>
              <p:nvPr/>
            </p:nvSpPr>
            <p:spPr>
              <a:xfrm>
                <a:off x="10900632" y="4857725"/>
                <a:ext cx="1057918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𝑻𝒊𝒑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8869DE-BCB4-4B57-B397-A45BEAA79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0632" y="4857725"/>
                <a:ext cx="1057918" cy="301878"/>
              </a:xfrm>
              <a:prstGeom prst="rect">
                <a:avLst/>
              </a:prstGeom>
              <a:blipFill>
                <a:blip r:embed="rId2"/>
                <a:stretch>
                  <a:fillRect l="-4598" r="-5172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6C60C9-FC9E-4155-A070-62D6E1B7F184}"/>
              </a:ext>
            </a:extLst>
          </p:cNvPr>
          <p:cNvCxnSpPr>
            <a:cxnSpLocks/>
          </p:cNvCxnSpPr>
          <p:nvPr/>
        </p:nvCxnSpPr>
        <p:spPr>
          <a:xfrm>
            <a:off x="8870593" y="3800322"/>
            <a:ext cx="44808" cy="259588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F56BD5-1DDA-46F6-8C14-BAB6D5985BE4}"/>
                  </a:ext>
                </a:extLst>
              </p:cNvPr>
              <p:cNvSpPr txBox="1"/>
              <p:nvPr/>
            </p:nvSpPr>
            <p:spPr>
              <a:xfrm>
                <a:off x="8410240" y="3441607"/>
                <a:ext cx="12326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𝑩𝒊𝒍𝒍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F56BD5-1DDA-46F6-8C14-BAB6D5985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240" y="3441607"/>
                <a:ext cx="1232645" cy="276999"/>
              </a:xfrm>
              <a:prstGeom prst="rect">
                <a:avLst/>
              </a:prstGeom>
              <a:blipFill>
                <a:blip r:embed="rId3"/>
                <a:stretch>
                  <a:fillRect l="-4455" r="-4455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2603C2-409D-4CF1-A257-D832664CC44D}"/>
              </a:ext>
            </a:extLst>
          </p:cNvPr>
          <p:cNvCxnSpPr/>
          <p:nvPr/>
        </p:nvCxnSpPr>
        <p:spPr>
          <a:xfrm flipV="1">
            <a:off x="6751597" y="4060371"/>
            <a:ext cx="4083701" cy="23358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DEFBD71-C6CB-4A5F-84DD-4ECDBE921DC7}"/>
                  </a:ext>
                </a:extLst>
              </p:cNvPr>
              <p:cNvSpPr/>
              <p:nvPr/>
            </p:nvSpPr>
            <p:spPr>
              <a:xfrm>
                <a:off x="3933186" y="3800322"/>
                <a:ext cx="22902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′=0.386+0.087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DEFBD71-C6CB-4A5F-84DD-4ECDBE921D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186" y="3800322"/>
                <a:ext cx="22902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7C5948D-9D18-42C1-8881-6E4E1EFDC284}"/>
                  </a:ext>
                </a:extLst>
              </p:cNvPr>
              <p:cNvSpPr/>
              <p:nvPr/>
            </p:nvSpPr>
            <p:spPr>
              <a:xfrm>
                <a:off x="3875482" y="4290616"/>
                <a:ext cx="26259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0.386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0.087∗40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7C5948D-9D18-42C1-8881-6E4E1EFDC2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482" y="4290616"/>
                <a:ext cx="26259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4B3F650-9EC6-489A-BFE1-E99276B9942A}"/>
                  </a:ext>
                </a:extLst>
              </p:cNvPr>
              <p:cNvSpPr/>
              <p:nvPr/>
            </p:nvSpPr>
            <p:spPr>
              <a:xfrm>
                <a:off x="3924859" y="4791916"/>
                <a:ext cx="12987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′=3.866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4B3F650-9EC6-489A-BFE1-E99276B994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859" y="4791916"/>
                <a:ext cx="129875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3383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6322-A9EA-4A57-A0CC-7BF8E4AD4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 variable:</a:t>
            </a:r>
          </a:p>
          <a:p>
            <a:r>
              <a:rPr lang="en-US" dirty="0"/>
              <a:t>If we want to predict the tip amount based on the bill amount.</a:t>
            </a:r>
          </a:p>
          <a:p>
            <a:r>
              <a:rPr lang="en-US" dirty="0"/>
              <a:t>Assume the following data, what is the possible predicted next tip amount?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A66BD4-5B6D-4C0F-BC40-EE15BEE7E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283999"/>
              </p:ext>
            </p:extLst>
          </p:nvPr>
        </p:nvGraphicFramePr>
        <p:xfrm>
          <a:off x="1084941" y="3800322"/>
          <a:ext cx="24623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90">
                  <a:extLst>
                    <a:ext uri="{9D8B030D-6E8A-4147-A177-3AD203B41FA5}">
                      <a16:colId xmlns:a16="http://schemas.microsoft.com/office/drawing/2014/main" val="2876194676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3718170529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4066883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Tip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92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48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833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6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34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3.866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955263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E33EAB-EFF4-4C07-B10D-D3E39A0FE0A0}"/>
              </a:ext>
            </a:extLst>
          </p:cNvPr>
          <p:cNvCxnSpPr/>
          <p:nvPr/>
        </p:nvCxnSpPr>
        <p:spPr>
          <a:xfrm>
            <a:off x="7139598" y="62332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3C3C318-1703-4596-B8D2-756CA734B241}"/>
              </a:ext>
            </a:extLst>
          </p:cNvPr>
          <p:cNvSpPr txBox="1"/>
          <p:nvPr/>
        </p:nvSpPr>
        <p:spPr>
          <a:xfrm>
            <a:off x="6224817" y="515024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3FDD6A-814C-41D9-BB15-5E5EE938A5D9}"/>
              </a:ext>
            </a:extLst>
          </p:cNvPr>
          <p:cNvSpPr txBox="1"/>
          <p:nvPr/>
        </p:nvSpPr>
        <p:spPr>
          <a:xfrm rot="16200000">
            <a:off x="5036707" y="42742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054421B-09D1-47A6-B2F9-C62464C7520C}"/>
              </a:ext>
            </a:extLst>
          </p:cNvPr>
          <p:cNvSpPr/>
          <p:nvPr/>
        </p:nvSpPr>
        <p:spPr>
          <a:xfrm>
            <a:off x="10134538" y="423653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632C06-E47A-48C0-A852-F351B5B9EEA1}"/>
              </a:ext>
            </a:extLst>
          </p:cNvPr>
          <p:cNvSpPr/>
          <p:nvPr/>
        </p:nvSpPr>
        <p:spPr>
          <a:xfrm>
            <a:off x="8494870" y="5242282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58DC14C-94E9-49DA-BFF7-60207F8D1DA7}"/>
              </a:ext>
            </a:extLst>
          </p:cNvPr>
          <p:cNvSpPr/>
          <p:nvPr/>
        </p:nvSpPr>
        <p:spPr>
          <a:xfrm>
            <a:off x="9163957" y="4961226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BF939C8-D461-42F3-954D-8F0B608B2525}"/>
              </a:ext>
            </a:extLst>
          </p:cNvPr>
          <p:cNvSpPr/>
          <p:nvPr/>
        </p:nvSpPr>
        <p:spPr>
          <a:xfrm>
            <a:off x="8379398" y="551957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2484C0B-1B29-4EC0-AAC5-80339E434D60}"/>
              </a:ext>
            </a:extLst>
          </p:cNvPr>
          <p:cNvSpPr/>
          <p:nvPr/>
        </p:nvSpPr>
        <p:spPr>
          <a:xfrm>
            <a:off x="7772451" y="5716511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4B93E56-FC69-4B91-9997-87AC4FC3A6C6}"/>
              </a:ext>
            </a:extLst>
          </p:cNvPr>
          <p:cNvCxnSpPr>
            <a:cxnSpLocks/>
          </p:cNvCxnSpPr>
          <p:nvPr/>
        </p:nvCxnSpPr>
        <p:spPr>
          <a:xfrm flipV="1">
            <a:off x="7139598" y="34768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909F9F4-A1F3-4396-B60C-2AF800500904}"/>
              </a:ext>
            </a:extLst>
          </p:cNvPr>
          <p:cNvSpPr txBox="1"/>
          <p:nvPr/>
        </p:nvSpPr>
        <p:spPr>
          <a:xfrm>
            <a:off x="7036184" y="62396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2C505F-6A93-4CDB-829F-ADB943A2B5B8}"/>
              </a:ext>
            </a:extLst>
          </p:cNvPr>
          <p:cNvSpPr txBox="1"/>
          <p:nvPr/>
        </p:nvSpPr>
        <p:spPr>
          <a:xfrm>
            <a:off x="10388078" y="639620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D0FC56-D96D-40A3-8993-723307D9EB66}"/>
              </a:ext>
            </a:extLst>
          </p:cNvPr>
          <p:cNvCxnSpPr>
            <a:cxnSpLocks/>
          </p:cNvCxnSpPr>
          <p:nvPr/>
        </p:nvCxnSpPr>
        <p:spPr>
          <a:xfrm flipH="1">
            <a:off x="7059130" y="5185444"/>
            <a:ext cx="3937252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8869DE-BCB4-4B57-B397-A45BEAA79B4D}"/>
                  </a:ext>
                </a:extLst>
              </p:cNvPr>
              <p:cNvSpPr txBox="1"/>
              <p:nvPr/>
            </p:nvSpPr>
            <p:spPr>
              <a:xfrm>
                <a:off x="10900632" y="4857725"/>
                <a:ext cx="1057918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𝑻𝒊𝒑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8869DE-BCB4-4B57-B397-A45BEAA79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0632" y="4857725"/>
                <a:ext cx="1057918" cy="301878"/>
              </a:xfrm>
              <a:prstGeom prst="rect">
                <a:avLst/>
              </a:prstGeom>
              <a:blipFill>
                <a:blip r:embed="rId2"/>
                <a:stretch>
                  <a:fillRect l="-4598" r="-5172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6C60C9-FC9E-4155-A070-62D6E1B7F184}"/>
              </a:ext>
            </a:extLst>
          </p:cNvPr>
          <p:cNvCxnSpPr>
            <a:cxnSpLocks/>
          </p:cNvCxnSpPr>
          <p:nvPr/>
        </p:nvCxnSpPr>
        <p:spPr>
          <a:xfrm>
            <a:off x="8870593" y="3800322"/>
            <a:ext cx="44808" cy="259588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F56BD5-1DDA-46F6-8C14-BAB6D5985BE4}"/>
                  </a:ext>
                </a:extLst>
              </p:cNvPr>
              <p:cNvSpPr txBox="1"/>
              <p:nvPr/>
            </p:nvSpPr>
            <p:spPr>
              <a:xfrm>
                <a:off x="8410240" y="3441607"/>
                <a:ext cx="12326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𝑩𝒊𝒍𝒍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F56BD5-1DDA-46F6-8C14-BAB6D5985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240" y="3441607"/>
                <a:ext cx="1232645" cy="276999"/>
              </a:xfrm>
              <a:prstGeom prst="rect">
                <a:avLst/>
              </a:prstGeom>
              <a:blipFill>
                <a:blip r:embed="rId3"/>
                <a:stretch>
                  <a:fillRect l="-4455" r="-4455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2603C2-409D-4CF1-A257-D832664CC44D}"/>
              </a:ext>
            </a:extLst>
          </p:cNvPr>
          <p:cNvCxnSpPr/>
          <p:nvPr/>
        </p:nvCxnSpPr>
        <p:spPr>
          <a:xfrm flipV="1">
            <a:off x="6751597" y="4060371"/>
            <a:ext cx="4083701" cy="23358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DEFBD71-C6CB-4A5F-84DD-4ECDBE921DC7}"/>
                  </a:ext>
                </a:extLst>
              </p:cNvPr>
              <p:cNvSpPr/>
              <p:nvPr/>
            </p:nvSpPr>
            <p:spPr>
              <a:xfrm>
                <a:off x="3933186" y="3800322"/>
                <a:ext cx="22902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′=0.386+0.087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DEFBD71-C6CB-4A5F-84DD-4ECDBE921D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186" y="3800322"/>
                <a:ext cx="22902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7C5948D-9D18-42C1-8881-6E4E1EFDC284}"/>
                  </a:ext>
                </a:extLst>
              </p:cNvPr>
              <p:cNvSpPr/>
              <p:nvPr/>
            </p:nvSpPr>
            <p:spPr>
              <a:xfrm>
                <a:off x="3875482" y="4290616"/>
                <a:ext cx="26259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0.386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0.087∗40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7C5948D-9D18-42C1-8881-6E4E1EFDC2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482" y="4290616"/>
                <a:ext cx="26259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4B3F650-9EC6-489A-BFE1-E99276B9942A}"/>
                  </a:ext>
                </a:extLst>
              </p:cNvPr>
              <p:cNvSpPr/>
              <p:nvPr/>
            </p:nvSpPr>
            <p:spPr>
              <a:xfrm>
                <a:off x="3924859" y="4791916"/>
                <a:ext cx="12987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′=3.866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4B3F650-9EC6-489A-BFE1-E99276B994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859" y="4791916"/>
                <a:ext cx="129875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E7C40126-E75C-4521-8636-D46DFDED6E89}"/>
              </a:ext>
            </a:extLst>
          </p:cNvPr>
          <p:cNvSpPr/>
          <p:nvPr/>
        </p:nvSpPr>
        <p:spPr>
          <a:xfrm>
            <a:off x="7523895" y="5847646"/>
            <a:ext cx="174171" cy="1415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386BD5-A762-454C-94FD-7EC5417CC402}"/>
              </a:ext>
            </a:extLst>
          </p:cNvPr>
          <p:cNvCxnSpPr/>
          <p:nvPr/>
        </p:nvCxnSpPr>
        <p:spPr>
          <a:xfrm flipH="1">
            <a:off x="2449286" y="5098262"/>
            <a:ext cx="2024743" cy="1030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6511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23333"/>
            <a:ext cx="10772775" cy="1658198"/>
          </a:xfrm>
        </p:spPr>
        <p:txBody>
          <a:bodyPr/>
          <a:lstStyle/>
          <a:p>
            <a:r>
              <a:rPr lang="en-US" dirty="0"/>
              <a:t>Linear Regression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A66BD4-5B6D-4C0F-BC40-EE15BEE7E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139032"/>
              </p:ext>
            </p:extLst>
          </p:nvPr>
        </p:nvGraphicFramePr>
        <p:xfrm>
          <a:off x="344712" y="3517293"/>
          <a:ext cx="24623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90">
                  <a:extLst>
                    <a:ext uri="{9D8B030D-6E8A-4147-A177-3AD203B41FA5}">
                      <a16:colId xmlns:a16="http://schemas.microsoft.com/office/drawing/2014/main" val="2876194676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3718170529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4066883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Tip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92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48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833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6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34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9552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015DD38-4403-4E91-A8F7-D84CADE92145}"/>
              </a:ext>
            </a:extLst>
          </p:cNvPr>
          <p:cNvSpPr txBox="1"/>
          <p:nvPr/>
        </p:nvSpPr>
        <p:spPr>
          <a:xfrm>
            <a:off x="969290" y="1966534"/>
            <a:ext cx="6554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How our model fit to the given data?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EC169F4-1C25-45E8-BC52-CFA4282B9FE9}"/>
              </a:ext>
            </a:extLst>
          </p:cNvPr>
          <p:cNvCxnSpPr>
            <a:cxnSpLocks/>
          </p:cNvCxnSpPr>
          <p:nvPr/>
        </p:nvCxnSpPr>
        <p:spPr>
          <a:xfrm flipH="1">
            <a:off x="3688332" y="5101922"/>
            <a:ext cx="36050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7268ECB-0541-4E9C-8BB0-AA6DD3667476}"/>
              </a:ext>
            </a:extLst>
          </p:cNvPr>
          <p:cNvCxnSpPr/>
          <p:nvPr/>
        </p:nvCxnSpPr>
        <p:spPr>
          <a:xfrm>
            <a:off x="3802632" y="6163682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5D70BBC-56CE-487F-A15A-6AEE05F5DE83}"/>
              </a:ext>
            </a:extLst>
          </p:cNvPr>
          <p:cNvSpPr txBox="1"/>
          <p:nvPr/>
        </p:nvSpPr>
        <p:spPr>
          <a:xfrm>
            <a:off x="3439588" y="3013308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96B6A0-6975-41CA-A43B-07D51AAA9DC0}"/>
              </a:ext>
            </a:extLst>
          </p:cNvPr>
          <p:cNvSpPr txBox="1"/>
          <p:nvPr/>
        </p:nvSpPr>
        <p:spPr>
          <a:xfrm rot="16200000">
            <a:off x="2077651" y="4583897"/>
            <a:ext cx="3063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772CE0F-3F86-4FBE-A99E-5220AD3B7AAC}"/>
              </a:ext>
            </a:extLst>
          </p:cNvPr>
          <p:cNvSpPr/>
          <p:nvPr/>
        </p:nvSpPr>
        <p:spPr>
          <a:xfrm>
            <a:off x="4914336" y="4047193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1AE2F06-14E7-42DE-8DF1-928A1B624BF6}"/>
              </a:ext>
            </a:extLst>
          </p:cNvPr>
          <p:cNvSpPr/>
          <p:nvPr/>
        </p:nvSpPr>
        <p:spPr>
          <a:xfrm>
            <a:off x="4265276" y="5118253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A48208D-71D8-49E7-935E-A911ABA45B60}"/>
              </a:ext>
            </a:extLst>
          </p:cNvPr>
          <p:cNvSpPr/>
          <p:nvPr/>
        </p:nvSpPr>
        <p:spPr>
          <a:xfrm>
            <a:off x="5772565" y="4858969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0420C57-4C76-43F6-947D-E6CD0C29CEEE}"/>
              </a:ext>
            </a:extLst>
          </p:cNvPr>
          <p:cNvSpPr/>
          <p:nvPr/>
        </p:nvSpPr>
        <p:spPr>
          <a:xfrm>
            <a:off x="5379891" y="5449975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E8F0863-1F09-4120-83EA-CAA4C4668691}"/>
              </a:ext>
            </a:extLst>
          </p:cNvPr>
          <p:cNvSpPr/>
          <p:nvPr/>
        </p:nvSpPr>
        <p:spPr>
          <a:xfrm>
            <a:off x="4587889" y="5625140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BF7B5D9-6A36-425E-835B-4811AC46C03E}"/>
              </a:ext>
            </a:extLst>
          </p:cNvPr>
          <p:cNvCxnSpPr>
            <a:cxnSpLocks/>
          </p:cNvCxnSpPr>
          <p:nvPr/>
        </p:nvCxnSpPr>
        <p:spPr>
          <a:xfrm flipV="1">
            <a:off x="3802632" y="3407277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93A19B5-3629-4C83-A554-4E7DA81467CA}"/>
              </a:ext>
            </a:extLst>
          </p:cNvPr>
          <p:cNvSpPr txBox="1"/>
          <p:nvPr/>
        </p:nvSpPr>
        <p:spPr>
          <a:xfrm>
            <a:off x="3699218" y="6170009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0      1      2      3     4     5      6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1C1957F-087D-4EB1-850D-1D95F4CDB027}"/>
              </a:ext>
            </a:extLst>
          </p:cNvPr>
          <p:cNvCxnSpPr/>
          <p:nvPr/>
        </p:nvCxnSpPr>
        <p:spPr>
          <a:xfrm>
            <a:off x="8251507" y="62332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6D51CDA-62CB-4875-B54B-41198DF0C0D4}"/>
              </a:ext>
            </a:extLst>
          </p:cNvPr>
          <p:cNvSpPr txBox="1"/>
          <p:nvPr/>
        </p:nvSpPr>
        <p:spPr>
          <a:xfrm rot="16200000">
            <a:off x="6148616" y="42742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5966F11-1407-4198-9FA6-1ACA689A6157}"/>
              </a:ext>
            </a:extLst>
          </p:cNvPr>
          <p:cNvSpPr/>
          <p:nvPr/>
        </p:nvSpPr>
        <p:spPr>
          <a:xfrm>
            <a:off x="11246447" y="423653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A1B48-F21F-4BF4-836A-62ECF3F753AF}"/>
              </a:ext>
            </a:extLst>
          </p:cNvPr>
          <p:cNvSpPr/>
          <p:nvPr/>
        </p:nvSpPr>
        <p:spPr>
          <a:xfrm>
            <a:off x="9606779" y="5242282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C658420-516D-41A9-83DA-E9FA378F887E}"/>
              </a:ext>
            </a:extLst>
          </p:cNvPr>
          <p:cNvSpPr/>
          <p:nvPr/>
        </p:nvSpPr>
        <p:spPr>
          <a:xfrm>
            <a:off x="10275866" y="4961226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5CE479A-078F-42A9-A253-723D5A7DC67A}"/>
              </a:ext>
            </a:extLst>
          </p:cNvPr>
          <p:cNvSpPr/>
          <p:nvPr/>
        </p:nvSpPr>
        <p:spPr>
          <a:xfrm>
            <a:off x="9491307" y="551957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8661AF7-6D20-4718-8602-60FE9C2090CF}"/>
              </a:ext>
            </a:extLst>
          </p:cNvPr>
          <p:cNvSpPr/>
          <p:nvPr/>
        </p:nvSpPr>
        <p:spPr>
          <a:xfrm>
            <a:off x="8884360" y="5716511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E47973E-47F6-40E1-A43A-1C296995CE25}"/>
              </a:ext>
            </a:extLst>
          </p:cNvPr>
          <p:cNvCxnSpPr>
            <a:cxnSpLocks/>
          </p:cNvCxnSpPr>
          <p:nvPr/>
        </p:nvCxnSpPr>
        <p:spPr>
          <a:xfrm flipV="1">
            <a:off x="8251507" y="34768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EEAAD5C-CEA7-44C8-A6D1-2C8AE0DEDDC4}"/>
              </a:ext>
            </a:extLst>
          </p:cNvPr>
          <p:cNvSpPr txBox="1"/>
          <p:nvPr/>
        </p:nvSpPr>
        <p:spPr>
          <a:xfrm>
            <a:off x="8148093" y="62396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2F6867-E216-47C4-BB0C-5E643DE4A538}"/>
              </a:ext>
            </a:extLst>
          </p:cNvPr>
          <p:cNvSpPr txBox="1"/>
          <p:nvPr/>
        </p:nvSpPr>
        <p:spPr>
          <a:xfrm>
            <a:off x="11603401" y="644893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BAA5889-107B-4C72-BF41-A10DA624C8DE}"/>
              </a:ext>
            </a:extLst>
          </p:cNvPr>
          <p:cNvCxnSpPr/>
          <p:nvPr/>
        </p:nvCxnSpPr>
        <p:spPr>
          <a:xfrm flipV="1">
            <a:off x="7863506" y="4060371"/>
            <a:ext cx="4083701" cy="23358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7EBE6A9-EFD9-41C9-9E1B-88EDF33AA80E}"/>
              </a:ext>
            </a:extLst>
          </p:cNvPr>
          <p:cNvSpPr/>
          <p:nvPr/>
        </p:nvSpPr>
        <p:spPr>
          <a:xfrm>
            <a:off x="8635804" y="5847646"/>
            <a:ext cx="174171" cy="1415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0A2E91E-ABFF-FCC7-A229-BD8BB8662182}"/>
                  </a:ext>
                </a:extLst>
              </p:cNvPr>
              <p:cNvSpPr/>
              <p:nvPr/>
            </p:nvSpPr>
            <p:spPr>
              <a:xfrm>
                <a:off x="8916742" y="3078776"/>
                <a:ext cx="22902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′=0.386+0.087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0A2E91E-ABFF-FCC7-A229-BD8BB86621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6742" y="3078776"/>
                <a:ext cx="229024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4682B97-AD0F-1972-5C1B-DB5DD1CFE3D7}"/>
                  </a:ext>
                </a:extLst>
              </p:cNvPr>
              <p:cNvSpPr/>
              <p:nvPr/>
            </p:nvSpPr>
            <p:spPr>
              <a:xfrm>
                <a:off x="4418811" y="3196401"/>
                <a:ext cx="10133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4682B97-AD0F-1972-5C1B-DB5DD1CFE3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811" y="3196401"/>
                <a:ext cx="101335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39AD702-7C7F-81D9-7790-7ACDF6381BDA}"/>
              </a:ext>
            </a:extLst>
          </p:cNvPr>
          <p:cNvSpPr txBox="1"/>
          <p:nvPr/>
        </p:nvSpPr>
        <p:spPr>
          <a:xfrm>
            <a:off x="6659062" y="6226954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92EDF-1326-395D-42FB-F21E2EE42A7A}"/>
              </a:ext>
            </a:extLst>
          </p:cNvPr>
          <p:cNvSpPr txBox="1"/>
          <p:nvPr/>
        </p:nvSpPr>
        <p:spPr>
          <a:xfrm>
            <a:off x="7863506" y="3101217"/>
            <a:ext cx="61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Tips</a:t>
            </a:r>
          </a:p>
        </p:txBody>
      </p:sp>
    </p:spTree>
    <p:extLst>
      <p:ext uri="{BB962C8B-B14F-4D97-AF65-F5344CB8AC3E}">
        <p14:creationId xmlns:p14="http://schemas.microsoft.com/office/powerpoint/2010/main" val="22983859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843" y="555405"/>
            <a:ext cx="10772775" cy="1658198"/>
          </a:xfrm>
        </p:spPr>
        <p:txBody>
          <a:bodyPr/>
          <a:lstStyle/>
          <a:p>
            <a:r>
              <a:rPr lang="en-US" dirty="0"/>
              <a:t>Linear Regression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A66BD4-5B6D-4C0F-BC40-EE15BEE7E405}"/>
              </a:ext>
            </a:extLst>
          </p:cNvPr>
          <p:cNvGraphicFramePr>
            <a:graphicFrameLocks noGrp="1"/>
          </p:cNvGraphicFramePr>
          <p:nvPr/>
        </p:nvGraphicFramePr>
        <p:xfrm>
          <a:off x="344712" y="3517293"/>
          <a:ext cx="24623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90">
                  <a:extLst>
                    <a:ext uri="{9D8B030D-6E8A-4147-A177-3AD203B41FA5}">
                      <a16:colId xmlns:a16="http://schemas.microsoft.com/office/drawing/2014/main" val="2876194676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3718170529"/>
                    </a:ext>
                  </a:extLst>
                </a:gridCol>
                <a:gridCol w="858391">
                  <a:extLst>
                    <a:ext uri="{9D8B030D-6E8A-4147-A177-3AD203B41FA5}">
                      <a16:colId xmlns:a16="http://schemas.microsoft.com/office/drawing/2014/main" val="4066883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Tip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92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48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833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6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34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9552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015DD38-4403-4E91-A8F7-D84CADE92145}"/>
              </a:ext>
            </a:extLst>
          </p:cNvPr>
          <p:cNvSpPr txBox="1"/>
          <p:nvPr/>
        </p:nvSpPr>
        <p:spPr>
          <a:xfrm>
            <a:off x="969290" y="1966534"/>
            <a:ext cx="65545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How our model fit to the given data?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Find the error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1C1957F-087D-4EB1-850D-1D95F4CDB027}"/>
              </a:ext>
            </a:extLst>
          </p:cNvPr>
          <p:cNvCxnSpPr/>
          <p:nvPr/>
        </p:nvCxnSpPr>
        <p:spPr>
          <a:xfrm>
            <a:off x="8251507" y="62332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6D51CDA-62CB-4875-B54B-41198DF0C0D4}"/>
              </a:ext>
            </a:extLst>
          </p:cNvPr>
          <p:cNvSpPr txBox="1"/>
          <p:nvPr/>
        </p:nvSpPr>
        <p:spPr>
          <a:xfrm rot="16200000">
            <a:off x="6148616" y="42742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5966F11-1407-4198-9FA6-1ACA689A6157}"/>
              </a:ext>
            </a:extLst>
          </p:cNvPr>
          <p:cNvSpPr/>
          <p:nvPr/>
        </p:nvSpPr>
        <p:spPr>
          <a:xfrm>
            <a:off x="11246447" y="423653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A1B48-F21F-4BF4-836A-62ECF3F753AF}"/>
              </a:ext>
            </a:extLst>
          </p:cNvPr>
          <p:cNvSpPr/>
          <p:nvPr/>
        </p:nvSpPr>
        <p:spPr>
          <a:xfrm>
            <a:off x="9606779" y="5166080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C658420-516D-41A9-83DA-E9FA378F887E}"/>
              </a:ext>
            </a:extLst>
          </p:cNvPr>
          <p:cNvSpPr/>
          <p:nvPr/>
        </p:nvSpPr>
        <p:spPr>
          <a:xfrm>
            <a:off x="10275866" y="5037428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5CE479A-078F-42A9-A253-723D5A7DC67A}"/>
              </a:ext>
            </a:extLst>
          </p:cNvPr>
          <p:cNvSpPr/>
          <p:nvPr/>
        </p:nvSpPr>
        <p:spPr>
          <a:xfrm>
            <a:off x="9491307" y="5454258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8661AF7-6D20-4718-8602-60FE9C2090CF}"/>
              </a:ext>
            </a:extLst>
          </p:cNvPr>
          <p:cNvSpPr/>
          <p:nvPr/>
        </p:nvSpPr>
        <p:spPr>
          <a:xfrm>
            <a:off x="8884360" y="5760055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E47973E-47F6-40E1-A43A-1C296995CE25}"/>
              </a:ext>
            </a:extLst>
          </p:cNvPr>
          <p:cNvCxnSpPr>
            <a:cxnSpLocks/>
          </p:cNvCxnSpPr>
          <p:nvPr/>
        </p:nvCxnSpPr>
        <p:spPr>
          <a:xfrm flipV="1">
            <a:off x="8251507" y="34768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EEAAD5C-CEA7-44C8-A6D1-2C8AE0DEDDC4}"/>
              </a:ext>
            </a:extLst>
          </p:cNvPr>
          <p:cNvSpPr txBox="1"/>
          <p:nvPr/>
        </p:nvSpPr>
        <p:spPr>
          <a:xfrm>
            <a:off x="8148093" y="62396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2F6867-E216-47C4-BB0C-5E643DE4A538}"/>
              </a:ext>
            </a:extLst>
          </p:cNvPr>
          <p:cNvSpPr txBox="1"/>
          <p:nvPr/>
        </p:nvSpPr>
        <p:spPr>
          <a:xfrm>
            <a:off x="11603401" y="644893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BAA5889-107B-4C72-BF41-A10DA624C8DE}"/>
              </a:ext>
            </a:extLst>
          </p:cNvPr>
          <p:cNvCxnSpPr/>
          <p:nvPr/>
        </p:nvCxnSpPr>
        <p:spPr>
          <a:xfrm flipV="1">
            <a:off x="7863506" y="4060371"/>
            <a:ext cx="4083701" cy="23358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7EBE6A9-EFD9-41C9-9E1B-88EDF33AA80E}"/>
              </a:ext>
            </a:extLst>
          </p:cNvPr>
          <p:cNvSpPr/>
          <p:nvPr/>
        </p:nvSpPr>
        <p:spPr>
          <a:xfrm>
            <a:off x="8635804" y="5847646"/>
            <a:ext cx="174171" cy="1415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311CC4-00E9-4DB3-81E8-D4B6F27B686B}"/>
              </a:ext>
            </a:extLst>
          </p:cNvPr>
          <p:cNvCxnSpPr>
            <a:cxnSpLocks/>
          </p:cNvCxnSpPr>
          <p:nvPr/>
        </p:nvCxnSpPr>
        <p:spPr>
          <a:xfrm flipH="1">
            <a:off x="3774507" y="5171521"/>
            <a:ext cx="39372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B9B16C-3FBA-4E23-BE65-8FEC5116D45B}"/>
              </a:ext>
            </a:extLst>
          </p:cNvPr>
          <p:cNvCxnSpPr/>
          <p:nvPr/>
        </p:nvCxnSpPr>
        <p:spPr>
          <a:xfrm>
            <a:off x="3888807" y="62332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A664235-4291-4472-9768-AC9AB01C8732}"/>
              </a:ext>
            </a:extLst>
          </p:cNvPr>
          <p:cNvSpPr txBox="1"/>
          <p:nvPr/>
        </p:nvSpPr>
        <p:spPr>
          <a:xfrm>
            <a:off x="2771333" y="5260058"/>
            <a:ext cx="72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809532-A924-4CF8-90B4-B10AEBC7D444}"/>
              </a:ext>
            </a:extLst>
          </p:cNvPr>
          <p:cNvSpPr txBox="1"/>
          <p:nvPr/>
        </p:nvSpPr>
        <p:spPr>
          <a:xfrm rot="16200000">
            <a:off x="1785916" y="42742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5995A3C-F8CA-45D8-A4D3-9184C5371D0E}"/>
              </a:ext>
            </a:extLst>
          </p:cNvPr>
          <p:cNvSpPr/>
          <p:nvPr/>
        </p:nvSpPr>
        <p:spPr>
          <a:xfrm>
            <a:off x="5000511" y="4116792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5BA405B-839B-4B20-9C36-90F1EF707BA4}"/>
              </a:ext>
            </a:extLst>
          </p:cNvPr>
          <p:cNvSpPr/>
          <p:nvPr/>
        </p:nvSpPr>
        <p:spPr>
          <a:xfrm>
            <a:off x="4351451" y="5231396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B12B2FC-F2B0-4A66-AEA1-39CC2C52316B}"/>
              </a:ext>
            </a:extLst>
          </p:cNvPr>
          <p:cNvSpPr/>
          <p:nvPr/>
        </p:nvSpPr>
        <p:spPr>
          <a:xfrm>
            <a:off x="5858740" y="4928568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2E6A31D-2EC1-470F-B38D-BEA9CAFEB694}"/>
              </a:ext>
            </a:extLst>
          </p:cNvPr>
          <p:cNvSpPr/>
          <p:nvPr/>
        </p:nvSpPr>
        <p:spPr>
          <a:xfrm>
            <a:off x="5466066" y="551957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FFD97F7-7EC5-4290-B1E0-34F8E6CE2CC9}"/>
              </a:ext>
            </a:extLst>
          </p:cNvPr>
          <p:cNvSpPr/>
          <p:nvPr/>
        </p:nvSpPr>
        <p:spPr>
          <a:xfrm>
            <a:off x="4674064" y="5694739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ACD633D-0D5C-4524-A4B4-5BC8241A4A8D}"/>
              </a:ext>
            </a:extLst>
          </p:cNvPr>
          <p:cNvCxnSpPr>
            <a:cxnSpLocks/>
          </p:cNvCxnSpPr>
          <p:nvPr/>
        </p:nvCxnSpPr>
        <p:spPr>
          <a:xfrm flipV="1">
            <a:off x="3888807" y="34768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B2957D4-BC48-49F7-9387-A85EDBB10A82}"/>
              </a:ext>
            </a:extLst>
          </p:cNvPr>
          <p:cNvSpPr txBox="1"/>
          <p:nvPr/>
        </p:nvSpPr>
        <p:spPr>
          <a:xfrm>
            <a:off x="3785393" y="62396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0      1      2      3     4     5      6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0E83B6B-4E32-4C0B-8A2A-8208435F7AB1}"/>
              </a:ext>
            </a:extLst>
          </p:cNvPr>
          <p:cNvCxnSpPr>
            <a:cxnSpLocks/>
          </p:cNvCxnSpPr>
          <p:nvPr/>
        </p:nvCxnSpPr>
        <p:spPr>
          <a:xfrm flipV="1">
            <a:off x="5087596" y="4255281"/>
            <a:ext cx="0" cy="90812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51EE420-FFD0-44EB-868A-E58FDC262B0A}"/>
              </a:ext>
            </a:extLst>
          </p:cNvPr>
          <p:cNvCxnSpPr>
            <a:cxnSpLocks/>
            <a:stCxn id="38" idx="4"/>
          </p:cNvCxnSpPr>
          <p:nvPr/>
        </p:nvCxnSpPr>
        <p:spPr>
          <a:xfrm>
            <a:off x="5945826" y="5070082"/>
            <a:ext cx="0" cy="9331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2DB1F97-6E1F-4DFB-8F73-96901BE57A19}"/>
              </a:ext>
            </a:extLst>
          </p:cNvPr>
          <p:cNvCxnSpPr>
            <a:cxnSpLocks/>
          </p:cNvCxnSpPr>
          <p:nvPr/>
        </p:nvCxnSpPr>
        <p:spPr>
          <a:xfrm flipH="1" flipV="1">
            <a:off x="4455189" y="5135273"/>
            <a:ext cx="12035" cy="1315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95330C4-543D-43E9-AC30-F7E938CAD1F9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5552178" y="5192038"/>
            <a:ext cx="974" cy="3275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001DCD-926B-46BF-BE4C-D303C61B313F}"/>
              </a:ext>
            </a:extLst>
          </p:cNvPr>
          <p:cNvCxnSpPr>
            <a:cxnSpLocks/>
          </p:cNvCxnSpPr>
          <p:nvPr/>
        </p:nvCxnSpPr>
        <p:spPr>
          <a:xfrm flipV="1">
            <a:off x="4761149" y="5179642"/>
            <a:ext cx="1" cy="51572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8D86CEE-4267-484B-92CF-7E1AABABA9B7}"/>
              </a:ext>
            </a:extLst>
          </p:cNvPr>
          <p:cNvSpPr txBox="1"/>
          <p:nvPr/>
        </p:nvSpPr>
        <p:spPr>
          <a:xfrm>
            <a:off x="5069425" y="4250751"/>
            <a:ext cx="114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27AEF2-17F6-4D67-8976-B68D28321422}"/>
              </a:ext>
            </a:extLst>
          </p:cNvPr>
          <p:cNvSpPr txBox="1"/>
          <p:nvPr/>
        </p:nvSpPr>
        <p:spPr>
          <a:xfrm>
            <a:off x="6081028" y="4806669"/>
            <a:ext cx="114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+1.5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A7BEF0-0FF3-4A4B-863B-E7803D4E8C17}"/>
              </a:ext>
            </a:extLst>
          </p:cNvPr>
          <p:cNvSpPr txBox="1"/>
          <p:nvPr/>
        </p:nvSpPr>
        <p:spPr>
          <a:xfrm>
            <a:off x="5559621" y="5198075"/>
            <a:ext cx="114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-3.5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DE2D655-BF7F-4AD7-9E60-B71254A7F31A}"/>
              </a:ext>
            </a:extLst>
          </p:cNvPr>
          <p:cNvSpPr txBox="1"/>
          <p:nvPr/>
        </p:nvSpPr>
        <p:spPr>
          <a:xfrm>
            <a:off x="4774631" y="5296024"/>
            <a:ext cx="114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DC671D-2120-4877-93EA-6D9091FC428A}"/>
              </a:ext>
            </a:extLst>
          </p:cNvPr>
          <p:cNvSpPr txBox="1"/>
          <p:nvPr/>
        </p:nvSpPr>
        <p:spPr>
          <a:xfrm>
            <a:off x="4155324" y="5250457"/>
            <a:ext cx="49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CB070-4D59-4978-8329-08D4CF9177CB}"/>
              </a:ext>
            </a:extLst>
          </p:cNvPr>
          <p:cNvSpPr txBox="1"/>
          <p:nvPr/>
        </p:nvSpPr>
        <p:spPr>
          <a:xfrm>
            <a:off x="10213218" y="5057616"/>
            <a:ext cx="685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-0.93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B1C4D5E-4415-46AE-BB0D-DA2CF700AB24}"/>
              </a:ext>
            </a:extLst>
          </p:cNvPr>
          <p:cNvSpPr txBox="1"/>
          <p:nvPr/>
        </p:nvSpPr>
        <p:spPr>
          <a:xfrm>
            <a:off x="11049008" y="3860875"/>
            <a:ext cx="70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+0.45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989D62A-637B-4A7F-95E4-2683763B58B6}"/>
              </a:ext>
            </a:extLst>
          </p:cNvPr>
          <p:cNvSpPr txBox="1"/>
          <p:nvPr/>
        </p:nvSpPr>
        <p:spPr>
          <a:xfrm>
            <a:off x="9317627" y="4884745"/>
            <a:ext cx="70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+0.9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2235389-5CC8-47A4-8B3D-D3FBC8353423}"/>
              </a:ext>
            </a:extLst>
          </p:cNvPr>
          <p:cNvSpPr txBox="1"/>
          <p:nvPr/>
        </p:nvSpPr>
        <p:spPr>
          <a:xfrm>
            <a:off x="9374367" y="5560405"/>
            <a:ext cx="70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-0.71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FA78828-025F-4DCB-BB34-0871F2806FBB}"/>
              </a:ext>
            </a:extLst>
          </p:cNvPr>
          <p:cNvSpPr txBox="1"/>
          <p:nvPr/>
        </p:nvSpPr>
        <p:spPr>
          <a:xfrm>
            <a:off x="8590775" y="5355806"/>
            <a:ext cx="70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-0.26</a:t>
            </a:r>
          </a:p>
        </p:txBody>
      </p:sp>
    </p:spTree>
    <p:extLst>
      <p:ext uri="{BB962C8B-B14F-4D97-AF65-F5344CB8AC3E}">
        <p14:creationId xmlns:p14="http://schemas.microsoft.com/office/powerpoint/2010/main" val="16682138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8094B-AFEF-4BD0-91DB-BB580303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of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40773-8857-47F6-AD47-C60B0F5A9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lvl="0" indent="-342900">
              <a:lnSpc>
                <a:spcPct val="110000"/>
              </a:lnSpc>
              <a:spcBef>
                <a:spcPts val="0"/>
              </a:spcBef>
              <a:buSzPts val="1800"/>
              <a:buChar char="●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 we have successfully minimized the cost function for linear regression it is an easy matter to determine the quality of our regression model.</a:t>
            </a:r>
          </a:p>
          <a:p>
            <a:pPr marL="457200" lvl="0" indent="-342900">
              <a:lnSpc>
                <a:spcPct val="110000"/>
              </a:lnSpc>
              <a:spcBef>
                <a:spcPts val="1000"/>
              </a:spcBef>
              <a:buSzPts val="1800"/>
              <a:buChar char="●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must simply evaluate a cost function using our optimal weights. 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quality of a linear regression model is typically assessed using the following Evaluation metrics: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R-squared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8546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F446-DC4E-40F7-8E12-02319418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R-Squared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0B7831-4558-4465-A294-EAB9DB926F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859280"/>
                <a:ext cx="10753725" cy="434678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600" dirty="0"/>
                  <a:t>R-squared value is a statistical measure of </a:t>
                </a:r>
                <a:r>
                  <a:rPr lang="en-US" sz="2600" b="1" dirty="0">
                    <a:solidFill>
                      <a:srgbClr val="FFC000"/>
                    </a:solidFill>
                  </a:rPr>
                  <a:t>how close the data is, fitted to the regression line.</a:t>
                </a:r>
                <a:r>
                  <a:rPr lang="en-US" sz="2600" dirty="0"/>
                  <a:t> It is a value between 0 and 1, that measures how well our regression line fits our data.</a:t>
                </a:r>
              </a:p>
              <a:p>
                <a:r>
                  <a:rPr lang="en-US" sz="2600" dirty="0"/>
                  <a:t>The percentage of variation explained by the relationship between two variables.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US" baseline="30000" dirty="0"/>
                  <a:t>2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𝑇𝑆𝑆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Where: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dirty="0"/>
                  <a:t>SSE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baseline="30000" dirty="0"/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dirty="0"/>
                  <a:t>TSS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baseline="30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0B7831-4558-4465-A294-EAB9DB926F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859280"/>
                <a:ext cx="10753725" cy="4346787"/>
              </a:xfrm>
              <a:blipFill>
                <a:blip r:embed="rId2"/>
                <a:stretch>
                  <a:fillRect l="-510" t="-3086" b="-14446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A112EE3-A24D-4426-B96D-9970B3CE3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823" y="3428999"/>
            <a:ext cx="6428521" cy="307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967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843" y="555405"/>
            <a:ext cx="10772775" cy="1658198"/>
          </a:xfrm>
        </p:spPr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15DD38-4403-4E91-A8F7-D84CADE92145}"/>
              </a:ext>
            </a:extLst>
          </p:cNvPr>
          <p:cNvSpPr txBox="1"/>
          <p:nvPr/>
        </p:nvSpPr>
        <p:spPr>
          <a:xfrm>
            <a:off x="969290" y="1966534"/>
            <a:ext cx="6554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What is SSE “ Sum Squared Error”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311CC4-00E9-4DB3-81E8-D4B6F27B686B}"/>
              </a:ext>
            </a:extLst>
          </p:cNvPr>
          <p:cNvCxnSpPr>
            <a:cxnSpLocks/>
          </p:cNvCxnSpPr>
          <p:nvPr/>
        </p:nvCxnSpPr>
        <p:spPr>
          <a:xfrm flipH="1">
            <a:off x="704735" y="4642766"/>
            <a:ext cx="39372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85995A3C-F8CA-45D8-A4D3-9184C5371D0E}"/>
              </a:ext>
            </a:extLst>
          </p:cNvPr>
          <p:cNvSpPr/>
          <p:nvPr/>
        </p:nvSpPr>
        <p:spPr>
          <a:xfrm>
            <a:off x="1930739" y="3588037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5BA405B-839B-4B20-9C36-90F1EF707BA4}"/>
              </a:ext>
            </a:extLst>
          </p:cNvPr>
          <p:cNvSpPr/>
          <p:nvPr/>
        </p:nvSpPr>
        <p:spPr>
          <a:xfrm>
            <a:off x="650307" y="4702641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B12B2FC-F2B0-4A66-AEA1-39CC2C52316B}"/>
              </a:ext>
            </a:extLst>
          </p:cNvPr>
          <p:cNvSpPr/>
          <p:nvPr/>
        </p:nvSpPr>
        <p:spPr>
          <a:xfrm>
            <a:off x="4160574" y="4399813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2E6A31D-2EC1-470F-B38D-BEA9CAFEB694}"/>
              </a:ext>
            </a:extLst>
          </p:cNvPr>
          <p:cNvSpPr/>
          <p:nvPr/>
        </p:nvSpPr>
        <p:spPr>
          <a:xfrm>
            <a:off x="3288926" y="4990819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FFD97F7-7EC5-4290-B1E0-34F8E6CE2CC9}"/>
              </a:ext>
            </a:extLst>
          </p:cNvPr>
          <p:cNvSpPr/>
          <p:nvPr/>
        </p:nvSpPr>
        <p:spPr>
          <a:xfrm>
            <a:off x="1125317" y="516598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0E83B6B-4E32-4C0B-8A2A-8208435F7AB1}"/>
              </a:ext>
            </a:extLst>
          </p:cNvPr>
          <p:cNvCxnSpPr>
            <a:cxnSpLocks/>
          </p:cNvCxnSpPr>
          <p:nvPr/>
        </p:nvCxnSpPr>
        <p:spPr>
          <a:xfrm flipV="1">
            <a:off x="2017824" y="3726526"/>
            <a:ext cx="0" cy="90812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51EE420-FFD0-44EB-868A-E58FDC262B0A}"/>
              </a:ext>
            </a:extLst>
          </p:cNvPr>
          <p:cNvCxnSpPr>
            <a:cxnSpLocks/>
            <a:stCxn id="38" idx="4"/>
          </p:cNvCxnSpPr>
          <p:nvPr/>
        </p:nvCxnSpPr>
        <p:spPr>
          <a:xfrm>
            <a:off x="4247660" y="4541327"/>
            <a:ext cx="0" cy="9331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2DB1F97-6E1F-4DFB-8F73-96901BE57A19}"/>
              </a:ext>
            </a:extLst>
          </p:cNvPr>
          <p:cNvCxnSpPr>
            <a:cxnSpLocks/>
          </p:cNvCxnSpPr>
          <p:nvPr/>
        </p:nvCxnSpPr>
        <p:spPr>
          <a:xfrm flipH="1" flipV="1">
            <a:off x="754045" y="4606518"/>
            <a:ext cx="12035" cy="1315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95330C4-543D-43E9-AC30-F7E938CAD1F9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3375038" y="4663283"/>
            <a:ext cx="974" cy="3275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001DCD-926B-46BF-BE4C-D303C61B313F}"/>
              </a:ext>
            </a:extLst>
          </p:cNvPr>
          <p:cNvCxnSpPr>
            <a:cxnSpLocks/>
          </p:cNvCxnSpPr>
          <p:nvPr/>
        </p:nvCxnSpPr>
        <p:spPr>
          <a:xfrm flipV="1">
            <a:off x="1212401" y="4642766"/>
            <a:ext cx="1" cy="51572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8D86CEE-4267-484B-92CF-7E1AABABA9B7}"/>
              </a:ext>
            </a:extLst>
          </p:cNvPr>
          <p:cNvSpPr txBox="1"/>
          <p:nvPr/>
        </p:nvSpPr>
        <p:spPr>
          <a:xfrm>
            <a:off x="1657890" y="3702201"/>
            <a:ext cx="490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27AEF2-17F6-4D67-8976-B68D28321422}"/>
              </a:ext>
            </a:extLst>
          </p:cNvPr>
          <p:cNvSpPr txBox="1"/>
          <p:nvPr/>
        </p:nvSpPr>
        <p:spPr>
          <a:xfrm>
            <a:off x="4382862" y="4277913"/>
            <a:ext cx="72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+1.5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A7BEF0-0FF3-4A4B-863B-E7803D4E8C17}"/>
              </a:ext>
            </a:extLst>
          </p:cNvPr>
          <p:cNvSpPr txBox="1"/>
          <p:nvPr/>
        </p:nvSpPr>
        <p:spPr>
          <a:xfrm>
            <a:off x="3158472" y="5091235"/>
            <a:ext cx="62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-3.5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DE2D655-BF7F-4AD7-9E60-B71254A7F31A}"/>
              </a:ext>
            </a:extLst>
          </p:cNvPr>
          <p:cNvSpPr txBox="1"/>
          <p:nvPr/>
        </p:nvSpPr>
        <p:spPr>
          <a:xfrm>
            <a:off x="1027128" y="5236741"/>
            <a:ext cx="3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DC671D-2120-4877-93EA-6D9091FC428A}"/>
              </a:ext>
            </a:extLst>
          </p:cNvPr>
          <p:cNvSpPr txBox="1"/>
          <p:nvPr/>
        </p:nvSpPr>
        <p:spPr>
          <a:xfrm>
            <a:off x="454180" y="4721702"/>
            <a:ext cx="49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21572B-A5EB-4F1F-85A3-5312E4CFE345}"/>
              </a:ext>
            </a:extLst>
          </p:cNvPr>
          <p:cNvSpPr/>
          <p:nvPr/>
        </p:nvSpPr>
        <p:spPr>
          <a:xfrm>
            <a:off x="2019874" y="3602024"/>
            <a:ext cx="1164643" cy="10342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50E334-C454-4418-B908-8C0C72AD6ACB}"/>
              </a:ext>
            </a:extLst>
          </p:cNvPr>
          <p:cNvSpPr/>
          <p:nvPr/>
        </p:nvSpPr>
        <p:spPr>
          <a:xfrm>
            <a:off x="1225900" y="4641381"/>
            <a:ext cx="594586" cy="5419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AF64E5B-75B8-4434-B3FD-DC1B086CC87C}"/>
              </a:ext>
            </a:extLst>
          </p:cNvPr>
          <p:cNvSpPr/>
          <p:nvPr/>
        </p:nvSpPr>
        <p:spPr>
          <a:xfrm>
            <a:off x="3394072" y="4663284"/>
            <a:ext cx="383539" cy="3442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12.25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E639DA-47EE-4CAC-AECE-1675D5119B59}"/>
              </a:ext>
            </a:extLst>
          </p:cNvPr>
          <p:cNvSpPr/>
          <p:nvPr/>
        </p:nvSpPr>
        <p:spPr>
          <a:xfrm>
            <a:off x="768130" y="4649296"/>
            <a:ext cx="130276" cy="72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88211E9-0E81-4356-B8AD-CB6199BD269D}"/>
              </a:ext>
            </a:extLst>
          </p:cNvPr>
          <p:cNvSpPr/>
          <p:nvPr/>
        </p:nvSpPr>
        <p:spPr>
          <a:xfrm>
            <a:off x="4243729" y="4530444"/>
            <a:ext cx="139134" cy="869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2C1D0A2-796C-4258-BFD1-D8FA4FBA85A5}"/>
              </a:ext>
            </a:extLst>
          </p:cNvPr>
          <p:cNvSpPr/>
          <p:nvPr/>
        </p:nvSpPr>
        <p:spPr>
          <a:xfrm>
            <a:off x="5348278" y="4186284"/>
            <a:ext cx="1941404" cy="6665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EBCECCC-BFBA-40B7-A5C1-4EC7CF6947FC}"/>
              </a:ext>
            </a:extLst>
          </p:cNvPr>
          <p:cNvSpPr/>
          <p:nvPr/>
        </p:nvSpPr>
        <p:spPr>
          <a:xfrm>
            <a:off x="7710315" y="4470570"/>
            <a:ext cx="91862" cy="924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3D47592-D48E-4FE4-B373-85208C8D6B0C}"/>
              </a:ext>
            </a:extLst>
          </p:cNvPr>
          <p:cNvSpPr/>
          <p:nvPr/>
        </p:nvSpPr>
        <p:spPr>
          <a:xfrm>
            <a:off x="8130371" y="4179715"/>
            <a:ext cx="594586" cy="5419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6F68D11-F9BE-4486-A5C5-D723327063E4}"/>
              </a:ext>
            </a:extLst>
          </p:cNvPr>
          <p:cNvSpPr/>
          <p:nvPr/>
        </p:nvSpPr>
        <p:spPr>
          <a:xfrm>
            <a:off x="8973399" y="3668428"/>
            <a:ext cx="1164643" cy="10342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DE6058E-D638-4888-BA1B-B6A324DE14CD}"/>
              </a:ext>
            </a:extLst>
          </p:cNvPr>
          <p:cNvSpPr/>
          <p:nvPr/>
        </p:nvSpPr>
        <p:spPr>
          <a:xfrm>
            <a:off x="10358842" y="4319009"/>
            <a:ext cx="383539" cy="3442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12.25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CB7927C-7029-4701-BD5A-0B5FCDE162DF}"/>
              </a:ext>
            </a:extLst>
          </p:cNvPr>
          <p:cNvSpPr/>
          <p:nvPr/>
        </p:nvSpPr>
        <p:spPr>
          <a:xfrm>
            <a:off x="10998243" y="4476079"/>
            <a:ext cx="146171" cy="1304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62289B-3809-4F9B-AF9B-2ACB63ABBEE6}"/>
              </a:ext>
            </a:extLst>
          </p:cNvPr>
          <p:cNvSpPr txBox="1"/>
          <p:nvPr/>
        </p:nvSpPr>
        <p:spPr>
          <a:xfrm>
            <a:off x="7815902" y="4302985"/>
            <a:ext cx="37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76406C3-1C09-41DB-A776-C4772EC1706B}"/>
              </a:ext>
            </a:extLst>
          </p:cNvPr>
          <p:cNvSpPr txBox="1"/>
          <p:nvPr/>
        </p:nvSpPr>
        <p:spPr>
          <a:xfrm>
            <a:off x="8698511" y="4272049"/>
            <a:ext cx="37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51524DD-837C-4820-BB1A-78117CF74EDA}"/>
              </a:ext>
            </a:extLst>
          </p:cNvPr>
          <p:cNvSpPr txBox="1"/>
          <p:nvPr/>
        </p:nvSpPr>
        <p:spPr>
          <a:xfrm>
            <a:off x="10086122" y="4302985"/>
            <a:ext cx="37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16E9EB-12B5-4C4F-B084-4994D720B4E9}"/>
              </a:ext>
            </a:extLst>
          </p:cNvPr>
          <p:cNvSpPr txBox="1"/>
          <p:nvPr/>
        </p:nvSpPr>
        <p:spPr>
          <a:xfrm>
            <a:off x="10691090" y="4326407"/>
            <a:ext cx="307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1E7D8D0-1C7F-47A2-BBB5-39CC4ED560EA}"/>
              </a:ext>
            </a:extLst>
          </p:cNvPr>
          <p:cNvSpPr txBox="1"/>
          <p:nvPr/>
        </p:nvSpPr>
        <p:spPr>
          <a:xfrm>
            <a:off x="11144414" y="4311661"/>
            <a:ext cx="1036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= 133.25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68B93E4-CB77-4B3A-9F70-A44C29E8F218}"/>
              </a:ext>
            </a:extLst>
          </p:cNvPr>
          <p:cNvSpPr txBox="1"/>
          <p:nvPr/>
        </p:nvSpPr>
        <p:spPr>
          <a:xfrm>
            <a:off x="3821422" y="5487389"/>
            <a:ext cx="6554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825117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843" y="555405"/>
            <a:ext cx="10772775" cy="1658198"/>
          </a:xfrm>
        </p:spPr>
        <p:txBody>
          <a:bodyPr/>
          <a:lstStyle/>
          <a:p>
            <a:r>
              <a:rPr lang="en-US" dirty="0"/>
              <a:t>Linear Regression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1C1957F-087D-4EB1-850D-1D95F4CDB027}"/>
              </a:ext>
            </a:extLst>
          </p:cNvPr>
          <p:cNvCxnSpPr/>
          <p:nvPr/>
        </p:nvCxnSpPr>
        <p:spPr>
          <a:xfrm>
            <a:off x="8251507" y="62332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6D51CDA-62CB-4875-B54B-41198DF0C0D4}"/>
              </a:ext>
            </a:extLst>
          </p:cNvPr>
          <p:cNvSpPr txBox="1"/>
          <p:nvPr/>
        </p:nvSpPr>
        <p:spPr>
          <a:xfrm rot="16200000">
            <a:off x="6148616" y="42742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5966F11-1407-4198-9FA6-1ACA689A6157}"/>
              </a:ext>
            </a:extLst>
          </p:cNvPr>
          <p:cNvSpPr/>
          <p:nvPr/>
        </p:nvSpPr>
        <p:spPr>
          <a:xfrm>
            <a:off x="11246447" y="423653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A1B48-F21F-4BF4-836A-62ECF3F753AF}"/>
              </a:ext>
            </a:extLst>
          </p:cNvPr>
          <p:cNvSpPr/>
          <p:nvPr/>
        </p:nvSpPr>
        <p:spPr>
          <a:xfrm>
            <a:off x="9606779" y="5166080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C658420-516D-41A9-83DA-E9FA378F887E}"/>
              </a:ext>
            </a:extLst>
          </p:cNvPr>
          <p:cNvSpPr/>
          <p:nvPr/>
        </p:nvSpPr>
        <p:spPr>
          <a:xfrm>
            <a:off x="10275866" y="5037428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5CE479A-078F-42A9-A253-723D5A7DC67A}"/>
              </a:ext>
            </a:extLst>
          </p:cNvPr>
          <p:cNvSpPr/>
          <p:nvPr/>
        </p:nvSpPr>
        <p:spPr>
          <a:xfrm>
            <a:off x="9491307" y="5454258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8661AF7-6D20-4718-8602-60FE9C2090CF}"/>
              </a:ext>
            </a:extLst>
          </p:cNvPr>
          <p:cNvSpPr/>
          <p:nvPr/>
        </p:nvSpPr>
        <p:spPr>
          <a:xfrm>
            <a:off x="8884360" y="5760055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E47973E-47F6-40E1-A43A-1C296995CE25}"/>
              </a:ext>
            </a:extLst>
          </p:cNvPr>
          <p:cNvCxnSpPr>
            <a:cxnSpLocks/>
          </p:cNvCxnSpPr>
          <p:nvPr/>
        </p:nvCxnSpPr>
        <p:spPr>
          <a:xfrm flipV="1">
            <a:off x="8251507" y="34768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EEAAD5C-CEA7-44C8-A6D1-2C8AE0DEDDC4}"/>
              </a:ext>
            </a:extLst>
          </p:cNvPr>
          <p:cNvSpPr txBox="1"/>
          <p:nvPr/>
        </p:nvSpPr>
        <p:spPr>
          <a:xfrm>
            <a:off x="8148093" y="62396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2F6867-E216-47C4-BB0C-5E643DE4A538}"/>
              </a:ext>
            </a:extLst>
          </p:cNvPr>
          <p:cNvSpPr txBox="1"/>
          <p:nvPr/>
        </p:nvSpPr>
        <p:spPr>
          <a:xfrm>
            <a:off x="11603401" y="644893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BAA5889-107B-4C72-BF41-A10DA624C8DE}"/>
              </a:ext>
            </a:extLst>
          </p:cNvPr>
          <p:cNvCxnSpPr/>
          <p:nvPr/>
        </p:nvCxnSpPr>
        <p:spPr>
          <a:xfrm flipV="1">
            <a:off x="7863506" y="4060371"/>
            <a:ext cx="4083701" cy="23358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7EBE6A9-EFD9-41C9-9E1B-88EDF33AA80E}"/>
              </a:ext>
            </a:extLst>
          </p:cNvPr>
          <p:cNvSpPr/>
          <p:nvPr/>
        </p:nvSpPr>
        <p:spPr>
          <a:xfrm>
            <a:off x="8635804" y="5847646"/>
            <a:ext cx="174171" cy="1415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311CC4-00E9-4DB3-81E8-D4B6F27B686B}"/>
              </a:ext>
            </a:extLst>
          </p:cNvPr>
          <p:cNvCxnSpPr>
            <a:cxnSpLocks/>
          </p:cNvCxnSpPr>
          <p:nvPr/>
        </p:nvCxnSpPr>
        <p:spPr>
          <a:xfrm flipH="1">
            <a:off x="1240857" y="5171521"/>
            <a:ext cx="39372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B9B16C-3FBA-4E23-BE65-8FEC5116D45B}"/>
              </a:ext>
            </a:extLst>
          </p:cNvPr>
          <p:cNvCxnSpPr/>
          <p:nvPr/>
        </p:nvCxnSpPr>
        <p:spPr>
          <a:xfrm>
            <a:off x="1355157" y="62332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A664235-4291-4472-9768-AC9AB01C8732}"/>
              </a:ext>
            </a:extLst>
          </p:cNvPr>
          <p:cNvSpPr txBox="1"/>
          <p:nvPr/>
        </p:nvSpPr>
        <p:spPr>
          <a:xfrm>
            <a:off x="237683" y="5260058"/>
            <a:ext cx="72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809532-A924-4CF8-90B4-B10AEBC7D444}"/>
              </a:ext>
            </a:extLst>
          </p:cNvPr>
          <p:cNvSpPr txBox="1"/>
          <p:nvPr/>
        </p:nvSpPr>
        <p:spPr>
          <a:xfrm rot="16200000">
            <a:off x="-785438" y="4311979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5995A3C-F8CA-45D8-A4D3-9184C5371D0E}"/>
              </a:ext>
            </a:extLst>
          </p:cNvPr>
          <p:cNvSpPr/>
          <p:nvPr/>
        </p:nvSpPr>
        <p:spPr>
          <a:xfrm>
            <a:off x="2466861" y="4116792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5BA405B-839B-4B20-9C36-90F1EF707BA4}"/>
              </a:ext>
            </a:extLst>
          </p:cNvPr>
          <p:cNvSpPr/>
          <p:nvPr/>
        </p:nvSpPr>
        <p:spPr>
          <a:xfrm>
            <a:off x="1817801" y="5231396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B12B2FC-F2B0-4A66-AEA1-39CC2C52316B}"/>
              </a:ext>
            </a:extLst>
          </p:cNvPr>
          <p:cNvSpPr/>
          <p:nvPr/>
        </p:nvSpPr>
        <p:spPr>
          <a:xfrm>
            <a:off x="3325090" y="4928568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2E6A31D-2EC1-470F-B38D-BEA9CAFEB694}"/>
              </a:ext>
            </a:extLst>
          </p:cNvPr>
          <p:cNvSpPr/>
          <p:nvPr/>
        </p:nvSpPr>
        <p:spPr>
          <a:xfrm>
            <a:off x="2932416" y="551957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FFD97F7-7EC5-4290-B1E0-34F8E6CE2CC9}"/>
              </a:ext>
            </a:extLst>
          </p:cNvPr>
          <p:cNvSpPr/>
          <p:nvPr/>
        </p:nvSpPr>
        <p:spPr>
          <a:xfrm>
            <a:off x="2140414" y="5694739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ACD633D-0D5C-4524-A4B4-5BC8241A4A8D}"/>
              </a:ext>
            </a:extLst>
          </p:cNvPr>
          <p:cNvCxnSpPr>
            <a:cxnSpLocks/>
          </p:cNvCxnSpPr>
          <p:nvPr/>
        </p:nvCxnSpPr>
        <p:spPr>
          <a:xfrm flipV="1">
            <a:off x="1355157" y="34768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B2957D4-BC48-49F7-9387-A85EDBB10A82}"/>
              </a:ext>
            </a:extLst>
          </p:cNvPr>
          <p:cNvSpPr txBox="1"/>
          <p:nvPr/>
        </p:nvSpPr>
        <p:spPr>
          <a:xfrm>
            <a:off x="1251743" y="62396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0      1      2      3     4     5      6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0E83B6B-4E32-4C0B-8A2A-8208435F7AB1}"/>
              </a:ext>
            </a:extLst>
          </p:cNvPr>
          <p:cNvCxnSpPr>
            <a:cxnSpLocks/>
          </p:cNvCxnSpPr>
          <p:nvPr/>
        </p:nvCxnSpPr>
        <p:spPr>
          <a:xfrm flipV="1">
            <a:off x="2553946" y="4255281"/>
            <a:ext cx="0" cy="90812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51EE420-FFD0-44EB-868A-E58FDC262B0A}"/>
              </a:ext>
            </a:extLst>
          </p:cNvPr>
          <p:cNvCxnSpPr>
            <a:cxnSpLocks/>
            <a:stCxn id="38" idx="4"/>
          </p:cNvCxnSpPr>
          <p:nvPr/>
        </p:nvCxnSpPr>
        <p:spPr>
          <a:xfrm>
            <a:off x="3412176" y="5070082"/>
            <a:ext cx="0" cy="9331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2DB1F97-6E1F-4DFB-8F73-96901BE57A19}"/>
              </a:ext>
            </a:extLst>
          </p:cNvPr>
          <p:cNvCxnSpPr>
            <a:cxnSpLocks/>
          </p:cNvCxnSpPr>
          <p:nvPr/>
        </p:nvCxnSpPr>
        <p:spPr>
          <a:xfrm flipH="1" flipV="1">
            <a:off x="1921539" y="5135273"/>
            <a:ext cx="12035" cy="1315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95330C4-543D-43E9-AC30-F7E938CAD1F9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3018528" y="5192038"/>
            <a:ext cx="974" cy="3275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001DCD-926B-46BF-BE4C-D303C61B313F}"/>
              </a:ext>
            </a:extLst>
          </p:cNvPr>
          <p:cNvCxnSpPr>
            <a:cxnSpLocks/>
          </p:cNvCxnSpPr>
          <p:nvPr/>
        </p:nvCxnSpPr>
        <p:spPr>
          <a:xfrm flipV="1">
            <a:off x="2227499" y="5179642"/>
            <a:ext cx="1" cy="51572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8D86CEE-4267-484B-92CF-7E1AABABA9B7}"/>
              </a:ext>
            </a:extLst>
          </p:cNvPr>
          <p:cNvSpPr txBox="1"/>
          <p:nvPr/>
        </p:nvSpPr>
        <p:spPr>
          <a:xfrm>
            <a:off x="2535775" y="4250751"/>
            <a:ext cx="114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27AEF2-17F6-4D67-8976-B68D28321422}"/>
              </a:ext>
            </a:extLst>
          </p:cNvPr>
          <p:cNvSpPr txBox="1"/>
          <p:nvPr/>
        </p:nvSpPr>
        <p:spPr>
          <a:xfrm>
            <a:off x="3547378" y="4806669"/>
            <a:ext cx="114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+1.5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A7BEF0-0FF3-4A4B-863B-E7803D4E8C17}"/>
              </a:ext>
            </a:extLst>
          </p:cNvPr>
          <p:cNvSpPr txBox="1"/>
          <p:nvPr/>
        </p:nvSpPr>
        <p:spPr>
          <a:xfrm>
            <a:off x="3025971" y="5198075"/>
            <a:ext cx="114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-3.5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DE2D655-BF7F-4AD7-9E60-B71254A7F31A}"/>
              </a:ext>
            </a:extLst>
          </p:cNvPr>
          <p:cNvSpPr txBox="1"/>
          <p:nvPr/>
        </p:nvSpPr>
        <p:spPr>
          <a:xfrm>
            <a:off x="2240981" y="5296024"/>
            <a:ext cx="114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DC671D-2120-4877-93EA-6D9091FC428A}"/>
              </a:ext>
            </a:extLst>
          </p:cNvPr>
          <p:cNvSpPr txBox="1"/>
          <p:nvPr/>
        </p:nvSpPr>
        <p:spPr>
          <a:xfrm>
            <a:off x="1621674" y="5250457"/>
            <a:ext cx="49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CB070-4D59-4978-8329-08D4CF9177CB}"/>
              </a:ext>
            </a:extLst>
          </p:cNvPr>
          <p:cNvSpPr txBox="1"/>
          <p:nvPr/>
        </p:nvSpPr>
        <p:spPr>
          <a:xfrm>
            <a:off x="10213218" y="5057616"/>
            <a:ext cx="685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-0.93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B1C4D5E-4415-46AE-BB0D-DA2CF700AB24}"/>
              </a:ext>
            </a:extLst>
          </p:cNvPr>
          <p:cNvSpPr txBox="1"/>
          <p:nvPr/>
        </p:nvSpPr>
        <p:spPr>
          <a:xfrm>
            <a:off x="11049008" y="3860875"/>
            <a:ext cx="70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+0.45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989D62A-637B-4A7F-95E4-2683763B58B6}"/>
              </a:ext>
            </a:extLst>
          </p:cNvPr>
          <p:cNvSpPr txBox="1"/>
          <p:nvPr/>
        </p:nvSpPr>
        <p:spPr>
          <a:xfrm>
            <a:off x="9317627" y="4884745"/>
            <a:ext cx="70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+0.9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2235389-5CC8-47A4-8B3D-D3FBC8353423}"/>
              </a:ext>
            </a:extLst>
          </p:cNvPr>
          <p:cNvSpPr txBox="1"/>
          <p:nvPr/>
        </p:nvSpPr>
        <p:spPr>
          <a:xfrm>
            <a:off x="9374367" y="5560405"/>
            <a:ext cx="70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-0.71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FA78828-025F-4DCB-BB34-0871F2806FBB}"/>
              </a:ext>
            </a:extLst>
          </p:cNvPr>
          <p:cNvSpPr txBox="1"/>
          <p:nvPr/>
        </p:nvSpPr>
        <p:spPr>
          <a:xfrm>
            <a:off x="8590775" y="5355806"/>
            <a:ext cx="70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+0.26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4E8916-CF04-4C75-A41F-D70E54DCFE07}"/>
                  </a:ext>
                </a:extLst>
              </p:cNvPr>
              <p:cNvSpPr txBox="1"/>
              <p:nvPr/>
            </p:nvSpPr>
            <p:spPr>
              <a:xfrm>
                <a:off x="8148093" y="928263"/>
                <a:ext cx="1071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/>
                  <a:t>SSE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4E8916-CF04-4C75-A41F-D70E54DCF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093" y="928263"/>
                <a:ext cx="1071832" cy="276999"/>
              </a:xfrm>
              <a:prstGeom prst="rect">
                <a:avLst/>
              </a:prstGeom>
              <a:blipFill>
                <a:blip r:embed="rId2"/>
                <a:stretch>
                  <a:fillRect l="-13714" t="-173913" r="-54286" b="-26087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AD120E8-310E-49E0-87B1-A5D5265804E1}"/>
                  </a:ext>
                </a:extLst>
              </p:cNvPr>
              <p:cNvSpPr txBox="1"/>
              <p:nvPr/>
            </p:nvSpPr>
            <p:spPr>
              <a:xfrm>
                <a:off x="8083679" y="1612815"/>
                <a:ext cx="378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/>
                  <a:t>First regression model </a:t>
                </a:r>
                <a:r>
                  <a:rPr lang="en-US" b="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S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SE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=133.25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AD120E8-310E-49E0-87B1-A5D526580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679" y="1612815"/>
                <a:ext cx="3786614" cy="276999"/>
              </a:xfrm>
              <a:prstGeom prst="rect">
                <a:avLst/>
              </a:prstGeom>
              <a:blipFill>
                <a:blip r:embed="rId3"/>
                <a:stretch>
                  <a:fillRect l="-3704" t="-31111" r="-161" b="-51111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A95A3B5-C9D2-470C-9243-09D5C559AA11}"/>
                  </a:ext>
                </a:extLst>
              </p:cNvPr>
              <p:cNvSpPr txBox="1"/>
              <p:nvPr/>
            </p:nvSpPr>
            <p:spPr>
              <a:xfrm>
                <a:off x="8083679" y="2059112"/>
                <a:ext cx="38093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/>
                  <a:t>Second regression model </a:t>
                </a:r>
                <a:r>
                  <a:rPr lang="en-US" b="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S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SE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=2.45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A95A3B5-C9D2-470C-9243-09D5C559A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679" y="2059112"/>
                <a:ext cx="3809313" cy="276999"/>
              </a:xfrm>
              <a:prstGeom prst="rect">
                <a:avLst/>
              </a:prstGeom>
              <a:blipFill>
                <a:blip r:embed="rId4"/>
                <a:stretch>
                  <a:fillRect l="-3680" t="-31111" b="-51111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6105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57" y="469232"/>
            <a:ext cx="10772775" cy="1658198"/>
          </a:xfrm>
        </p:spPr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15DD38-4403-4E91-A8F7-D84CADE92145}"/>
              </a:ext>
            </a:extLst>
          </p:cNvPr>
          <p:cNvSpPr txBox="1"/>
          <p:nvPr/>
        </p:nvSpPr>
        <p:spPr>
          <a:xfrm>
            <a:off x="969290" y="1966534"/>
            <a:ext cx="6554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What is TSS “Total Squared Sum”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BBB839-ED01-4440-9FC7-10E1ECFCEDD5}"/>
              </a:ext>
            </a:extLst>
          </p:cNvPr>
          <p:cNvCxnSpPr/>
          <p:nvPr/>
        </p:nvCxnSpPr>
        <p:spPr>
          <a:xfrm>
            <a:off x="987958" y="60046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D4B476C-FC0E-4F29-8A78-35937D9C96C5}"/>
              </a:ext>
            </a:extLst>
          </p:cNvPr>
          <p:cNvSpPr txBox="1"/>
          <p:nvPr/>
        </p:nvSpPr>
        <p:spPr>
          <a:xfrm rot="16200000">
            <a:off x="-1114933" y="40456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C449D73-846C-463B-B7AB-D78A0CCA71FE}"/>
              </a:ext>
            </a:extLst>
          </p:cNvPr>
          <p:cNvCxnSpPr>
            <a:cxnSpLocks/>
          </p:cNvCxnSpPr>
          <p:nvPr/>
        </p:nvCxnSpPr>
        <p:spPr>
          <a:xfrm flipV="1">
            <a:off x="987958" y="32482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8263890-23AA-4788-9447-673E77424126}"/>
              </a:ext>
            </a:extLst>
          </p:cNvPr>
          <p:cNvSpPr txBox="1"/>
          <p:nvPr/>
        </p:nvSpPr>
        <p:spPr>
          <a:xfrm>
            <a:off x="884544" y="60110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523B94-32AE-4A64-B5C1-3F32656A8F56}"/>
              </a:ext>
            </a:extLst>
          </p:cNvPr>
          <p:cNvSpPr txBox="1"/>
          <p:nvPr/>
        </p:nvSpPr>
        <p:spPr>
          <a:xfrm>
            <a:off x="4339852" y="622033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0D7EC79-2BDF-4DD2-97D6-D2FF98454BDD}"/>
              </a:ext>
            </a:extLst>
          </p:cNvPr>
          <p:cNvCxnSpPr/>
          <p:nvPr/>
        </p:nvCxnSpPr>
        <p:spPr>
          <a:xfrm flipV="1">
            <a:off x="599957" y="3831771"/>
            <a:ext cx="4083701" cy="23358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31FAB2C-EF42-4B17-92D9-23F0408BDFDD}"/>
                  </a:ext>
                </a:extLst>
              </p:cNvPr>
              <p:cNvSpPr txBox="1"/>
              <p:nvPr/>
            </p:nvSpPr>
            <p:spPr>
              <a:xfrm>
                <a:off x="4946101" y="4950857"/>
                <a:ext cx="7662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31FAB2C-EF42-4B17-92D9-23F0408BD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101" y="4950857"/>
                <a:ext cx="766235" cy="276999"/>
              </a:xfrm>
              <a:prstGeom prst="rect">
                <a:avLst/>
              </a:prstGeom>
              <a:blipFill>
                <a:blip r:embed="rId2"/>
                <a:stretch>
                  <a:fillRect l="-7143" r="-793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BCAF52F-4CE9-488B-AE98-D3003C9472E3}"/>
              </a:ext>
            </a:extLst>
          </p:cNvPr>
          <p:cNvCxnSpPr>
            <a:cxnSpLocks/>
          </p:cNvCxnSpPr>
          <p:nvPr/>
        </p:nvCxnSpPr>
        <p:spPr>
          <a:xfrm flipH="1">
            <a:off x="884544" y="4908119"/>
            <a:ext cx="39372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395F3983-C3EB-411E-9B31-B7223770133F}"/>
              </a:ext>
            </a:extLst>
          </p:cNvPr>
          <p:cNvSpPr/>
          <p:nvPr/>
        </p:nvSpPr>
        <p:spPr>
          <a:xfrm>
            <a:off x="4071361" y="3944070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2713292-7B25-487F-BD64-BD3D80C806B0}"/>
              </a:ext>
            </a:extLst>
          </p:cNvPr>
          <p:cNvSpPr/>
          <p:nvPr/>
        </p:nvSpPr>
        <p:spPr>
          <a:xfrm>
            <a:off x="2485938" y="4914446"/>
            <a:ext cx="109195" cy="141509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1CCE7BD-9247-4E25-A1D5-CC78B60B5D4C}"/>
              </a:ext>
            </a:extLst>
          </p:cNvPr>
          <p:cNvSpPr/>
          <p:nvPr/>
        </p:nvSpPr>
        <p:spPr>
          <a:xfrm>
            <a:off x="3100780" y="474496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D070F7B-133D-4B9B-A08F-97672FD2F86F}"/>
              </a:ext>
            </a:extLst>
          </p:cNvPr>
          <p:cNvSpPr/>
          <p:nvPr/>
        </p:nvSpPr>
        <p:spPr>
          <a:xfrm>
            <a:off x="2316221" y="516179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9F909C7-1F7D-4C09-A3DB-6D2278EEE554}"/>
              </a:ext>
            </a:extLst>
          </p:cNvPr>
          <p:cNvSpPr/>
          <p:nvPr/>
        </p:nvSpPr>
        <p:spPr>
          <a:xfrm>
            <a:off x="1709274" y="5467591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082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57" y="469232"/>
            <a:ext cx="10772775" cy="1658198"/>
          </a:xfrm>
        </p:spPr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15DD38-4403-4E91-A8F7-D84CADE92145}"/>
              </a:ext>
            </a:extLst>
          </p:cNvPr>
          <p:cNvSpPr txBox="1"/>
          <p:nvPr/>
        </p:nvSpPr>
        <p:spPr>
          <a:xfrm>
            <a:off x="969290" y="1966534"/>
            <a:ext cx="6554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What is TSS “Total Squared Sum”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BBB839-ED01-4440-9FC7-10E1ECFCEDD5}"/>
              </a:ext>
            </a:extLst>
          </p:cNvPr>
          <p:cNvCxnSpPr/>
          <p:nvPr/>
        </p:nvCxnSpPr>
        <p:spPr>
          <a:xfrm>
            <a:off x="987958" y="60046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D4B476C-FC0E-4F29-8A78-35937D9C96C5}"/>
              </a:ext>
            </a:extLst>
          </p:cNvPr>
          <p:cNvSpPr txBox="1"/>
          <p:nvPr/>
        </p:nvSpPr>
        <p:spPr>
          <a:xfrm rot="16200000">
            <a:off x="-1114933" y="40456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C449D73-846C-463B-B7AB-D78A0CCA71FE}"/>
              </a:ext>
            </a:extLst>
          </p:cNvPr>
          <p:cNvCxnSpPr>
            <a:cxnSpLocks/>
          </p:cNvCxnSpPr>
          <p:nvPr/>
        </p:nvCxnSpPr>
        <p:spPr>
          <a:xfrm flipV="1">
            <a:off x="987958" y="32482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8263890-23AA-4788-9447-673E77424126}"/>
              </a:ext>
            </a:extLst>
          </p:cNvPr>
          <p:cNvSpPr txBox="1"/>
          <p:nvPr/>
        </p:nvSpPr>
        <p:spPr>
          <a:xfrm>
            <a:off x="884544" y="60110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523B94-32AE-4A64-B5C1-3F32656A8F56}"/>
              </a:ext>
            </a:extLst>
          </p:cNvPr>
          <p:cNvSpPr txBox="1"/>
          <p:nvPr/>
        </p:nvSpPr>
        <p:spPr>
          <a:xfrm>
            <a:off x="4339852" y="622033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31FAB2C-EF42-4B17-92D9-23F0408BDFDD}"/>
                  </a:ext>
                </a:extLst>
              </p:cNvPr>
              <p:cNvSpPr txBox="1"/>
              <p:nvPr/>
            </p:nvSpPr>
            <p:spPr>
              <a:xfrm>
                <a:off x="4946101" y="4950857"/>
                <a:ext cx="7662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31FAB2C-EF42-4B17-92D9-23F0408BD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101" y="4950857"/>
                <a:ext cx="766235" cy="276999"/>
              </a:xfrm>
              <a:prstGeom prst="rect">
                <a:avLst/>
              </a:prstGeom>
              <a:blipFill>
                <a:blip r:embed="rId2"/>
                <a:stretch>
                  <a:fillRect l="-7143" r="-793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BCAF52F-4CE9-488B-AE98-D3003C9472E3}"/>
              </a:ext>
            </a:extLst>
          </p:cNvPr>
          <p:cNvCxnSpPr>
            <a:cxnSpLocks/>
          </p:cNvCxnSpPr>
          <p:nvPr/>
        </p:nvCxnSpPr>
        <p:spPr>
          <a:xfrm flipH="1">
            <a:off x="884544" y="4908119"/>
            <a:ext cx="39372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395F3983-C3EB-411E-9B31-B7223770133F}"/>
              </a:ext>
            </a:extLst>
          </p:cNvPr>
          <p:cNvSpPr/>
          <p:nvPr/>
        </p:nvSpPr>
        <p:spPr>
          <a:xfrm>
            <a:off x="4071361" y="3944070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2713292-7B25-487F-BD64-BD3D80C806B0}"/>
              </a:ext>
            </a:extLst>
          </p:cNvPr>
          <p:cNvSpPr/>
          <p:nvPr/>
        </p:nvSpPr>
        <p:spPr>
          <a:xfrm>
            <a:off x="2431693" y="4895388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1CCE7BD-9247-4E25-A1D5-CC78B60B5D4C}"/>
              </a:ext>
            </a:extLst>
          </p:cNvPr>
          <p:cNvSpPr/>
          <p:nvPr/>
        </p:nvSpPr>
        <p:spPr>
          <a:xfrm>
            <a:off x="3100780" y="474496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D070F7B-133D-4B9B-A08F-97672FD2F86F}"/>
              </a:ext>
            </a:extLst>
          </p:cNvPr>
          <p:cNvSpPr/>
          <p:nvPr/>
        </p:nvSpPr>
        <p:spPr>
          <a:xfrm>
            <a:off x="2316221" y="516179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9F909C7-1F7D-4C09-A3DB-6D2278EEE554}"/>
              </a:ext>
            </a:extLst>
          </p:cNvPr>
          <p:cNvSpPr/>
          <p:nvPr/>
        </p:nvSpPr>
        <p:spPr>
          <a:xfrm>
            <a:off x="1709274" y="5467591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5B0B66-0037-40CB-897E-E697A51D5A4D}"/>
              </a:ext>
            </a:extLst>
          </p:cNvPr>
          <p:cNvCxnSpPr>
            <a:cxnSpLocks/>
            <a:stCxn id="100" idx="4"/>
          </p:cNvCxnSpPr>
          <p:nvPr/>
        </p:nvCxnSpPr>
        <p:spPr>
          <a:xfrm flipH="1">
            <a:off x="4158446" y="4085584"/>
            <a:ext cx="1" cy="7880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78A3A-28DB-4496-B43D-3BC385BAA00F}"/>
              </a:ext>
            </a:extLst>
          </p:cNvPr>
          <p:cNvCxnSpPr>
            <a:cxnSpLocks/>
            <a:endCxn id="102" idx="4"/>
          </p:cNvCxnSpPr>
          <p:nvPr/>
        </p:nvCxnSpPr>
        <p:spPr>
          <a:xfrm flipH="1">
            <a:off x="3187866" y="4816776"/>
            <a:ext cx="12530" cy="697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D444F46-D117-426C-A697-DDC8F045EEB5}"/>
              </a:ext>
            </a:extLst>
          </p:cNvPr>
          <p:cNvCxnSpPr>
            <a:stCxn id="104" idx="0"/>
          </p:cNvCxnSpPr>
          <p:nvPr/>
        </p:nvCxnSpPr>
        <p:spPr>
          <a:xfrm flipH="1" flipV="1">
            <a:off x="1796359" y="4908119"/>
            <a:ext cx="1" cy="5594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0ECFBEB-BFEC-40E1-867D-500597593795}"/>
              </a:ext>
            </a:extLst>
          </p:cNvPr>
          <p:cNvCxnSpPr>
            <a:cxnSpLocks/>
          </p:cNvCxnSpPr>
          <p:nvPr/>
        </p:nvCxnSpPr>
        <p:spPr>
          <a:xfrm flipV="1">
            <a:off x="2374386" y="4908119"/>
            <a:ext cx="0" cy="3744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69646BA-0487-461E-934D-416E7C685D1E}"/>
              </a:ext>
            </a:extLst>
          </p:cNvPr>
          <p:cNvCxnSpPr/>
          <p:nvPr/>
        </p:nvCxnSpPr>
        <p:spPr>
          <a:xfrm>
            <a:off x="2518778" y="4838832"/>
            <a:ext cx="0" cy="1437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6452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EC4A-1D6B-4E92-A483-588BEC8B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57" y="469232"/>
            <a:ext cx="10772775" cy="1658198"/>
          </a:xfrm>
        </p:spPr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15DD38-4403-4E91-A8F7-D84CADE92145}"/>
              </a:ext>
            </a:extLst>
          </p:cNvPr>
          <p:cNvSpPr txBox="1"/>
          <p:nvPr/>
        </p:nvSpPr>
        <p:spPr>
          <a:xfrm>
            <a:off x="969290" y="1966534"/>
            <a:ext cx="6554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What is TSS “Total Squared Sum”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BBB839-ED01-4440-9FC7-10E1ECFCEDD5}"/>
              </a:ext>
            </a:extLst>
          </p:cNvPr>
          <p:cNvCxnSpPr/>
          <p:nvPr/>
        </p:nvCxnSpPr>
        <p:spPr>
          <a:xfrm>
            <a:off x="987958" y="6004681"/>
            <a:ext cx="35922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D4B476C-FC0E-4F29-8A78-35937D9C96C5}"/>
              </a:ext>
            </a:extLst>
          </p:cNvPr>
          <p:cNvSpPr txBox="1"/>
          <p:nvPr/>
        </p:nvSpPr>
        <p:spPr>
          <a:xfrm rot="16200000">
            <a:off x="-1114933" y="4045644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0      5      10      15      20      25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C449D73-846C-463B-B7AB-D78A0CCA71FE}"/>
              </a:ext>
            </a:extLst>
          </p:cNvPr>
          <p:cNvCxnSpPr>
            <a:cxnSpLocks/>
          </p:cNvCxnSpPr>
          <p:nvPr/>
        </p:nvCxnSpPr>
        <p:spPr>
          <a:xfrm flipV="1">
            <a:off x="987958" y="3248276"/>
            <a:ext cx="0" cy="2750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8263890-23AA-4788-9447-673E77424126}"/>
              </a:ext>
            </a:extLst>
          </p:cNvPr>
          <p:cNvSpPr txBox="1"/>
          <p:nvPr/>
        </p:nvSpPr>
        <p:spPr>
          <a:xfrm>
            <a:off x="884544" y="6011008"/>
            <a:ext cx="379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0      40      80      120     160     200     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523B94-32AE-4A64-B5C1-3F32656A8F56}"/>
              </a:ext>
            </a:extLst>
          </p:cNvPr>
          <p:cNvSpPr txBox="1"/>
          <p:nvPr/>
        </p:nvSpPr>
        <p:spPr>
          <a:xfrm>
            <a:off x="4339852" y="6220332"/>
            <a:ext cx="68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31FAB2C-EF42-4B17-92D9-23F0408BDFDD}"/>
                  </a:ext>
                </a:extLst>
              </p:cNvPr>
              <p:cNvSpPr txBox="1"/>
              <p:nvPr/>
            </p:nvSpPr>
            <p:spPr>
              <a:xfrm>
                <a:off x="4946101" y="4950857"/>
                <a:ext cx="7662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31FAB2C-EF42-4B17-92D9-23F0408BD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101" y="4950857"/>
                <a:ext cx="766235" cy="276999"/>
              </a:xfrm>
              <a:prstGeom prst="rect">
                <a:avLst/>
              </a:prstGeom>
              <a:blipFill>
                <a:blip r:embed="rId2"/>
                <a:stretch>
                  <a:fillRect l="-7143" r="-793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BCAF52F-4CE9-488B-AE98-D3003C9472E3}"/>
              </a:ext>
            </a:extLst>
          </p:cNvPr>
          <p:cNvCxnSpPr>
            <a:cxnSpLocks/>
          </p:cNvCxnSpPr>
          <p:nvPr/>
        </p:nvCxnSpPr>
        <p:spPr>
          <a:xfrm flipH="1">
            <a:off x="884544" y="4908119"/>
            <a:ext cx="39372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395F3983-C3EB-411E-9B31-B7223770133F}"/>
              </a:ext>
            </a:extLst>
          </p:cNvPr>
          <p:cNvSpPr/>
          <p:nvPr/>
        </p:nvSpPr>
        <p:spPr>
          <a:xfrm>
            <a:off x="4071361" y="3944070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2713292-7B25-487F-BD64-BD3D80C806B0}"/>
              </a:ext>
            </a:extLst>
          </p:cNvPr>
          <p:cNvSpPr/>
          <p:nvPr/>
        </p:nvSpPr>
        <p:spPr>
          <a:xfrm>
            <a:off x="2431693" y="4895388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1CCE7BD-9247-4E25-A1D5-CC78B60B5D4C}"/>
              </a:ext>
            </a:extLst>
          </p:cNvPr>
          <p:cNvSpPr/>
          <p:nvPr/>
        </p:nvSpPr>
        <p:spPr>
          <a:xfrm>
            <a:off x="3100780" y="474496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D070F7B-133D-4B9B-A08F-97672FD2F86F}"/>
              </a:ext>
            </a:extLst>
          </p:cNvPr>
          <p:cNvSpPr/>
          <p:nvPr/>
        </p:nvSpPr>
        <p:spPr>
          <a:xfrm>
            <a:off x="2316221" y="5161794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9F909C7-1F7D-4C09-A3DB-6D2278EEE554}"/>
              </a:ext>
            </a:extLst>
          </p:cNvPr>
          <p:cNvSpPr/>
          <p:nvPr/>
        </p:nvSpPr>
        <p:spPr>
          <a:xfrm>
            <a:off x="1709274" y="5467591"/>
            <a:ext cx="174171" cy="14151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5B0B66-0037-40CB-897E-E697A51D5A4D}"/>
              </a:ext>
            </a:extLst>
          </p:cNvPr>
          <p:cNvCxnSpPr>
            <a:cxnSpLocks/>
            <a:stCxn id="100" idx="4"/>
          </p:cNvCxnSpPr>
          <p:nvPr/>
        </p:nvCxnSpPr>
        <p:spPr>
          <a:xfrm flipH="1">
            <a:off x="4158446" y="4085584"/>
            <a:ext cx="1" cy="7880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78A3A-28DB-4496-B43D-3BC385BAA00F}"/>
              </a:ext>
            </a:extLst>
          </p:cNvPr>
          <p:cNvCxnSpPr>
            <a:cxnSpLocks/>
            <a:endCxn id="102" idx="4"/>
          </p:cNvCxnSpPr>
          <p:nvPr/>
        </p:nvCxnSpPr>
        <p:spPr>
          <a:xfrm flipH="1">
            <a:off x="3187866" y="4816776"/>
            <a:ext cx="12530" cy="697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D444F46-D117-426C-A697-DDC8F045EEB5}"/>
              </a:ext>
            </a:extLst>
          </p:cNvPr>
          <p:cNvCxnSpPr>
            <a:stCxn id="104" idx="0"/>
          </p:cNvCxnSpPr>
          <p:nvPr/>
        </p:nvCxnSpPr>
        <p:spPr>
          <a:xfrm flipH="1" flipV="1">
            <a:off x="1796359" y="4908119"/>
            <a:ext cx="1" cy="5594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0ECFBEB-BFEC-40E1-867D-500597593795}"/>
              </a:ext>
            </a:extLst>
          </p:cNvPr>
          <p:cNvCxnSpPr>
            <a:cxnSpLocks/>
          </p:cNvCxnSpPr>
          <p:nvPr/>
        </p:nvCxnSpPr>
        <p:spPr>
          <a:xfrm flipV="1">
            <a:off x="2374386" y="4908119"/>
            <a:ext cx="0" cy="3744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69646BA-0487-461E-934D-416E7C685D1E}"/>
              </a:ext>
            </a:extLst>
          </p:cNvPr>
          <p:cNvCxnSpPr/>
          <p:nvPr/>
        </p:nvCxnSpPr>
        <p:spPr>
          <a:xfrm>
            <a:off x="2518778" y="4838832"/>
            <a:ext cx="0" cy="1437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AB39A47-5F39-47EA-9807-FEFA3AC22384}"/>
              </a:ext>
            </a:extLst>
          </p:cNvPr>
          <p:cNvSpPr/>
          <p:nvPr/>
        </p:nvSpPr>
        <p:spPr>
          <a:xfrm>
            <a:off x="5530158" y="4149173"/>
            <a:ext cx="1941404" cy="6665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266676-BF58-4607-863A-A92DDC454AD5}"/>
              </a:ext>
            </a:extLst>
          </p:cNvPr>
          <p:cNvSpPr/>
          <p:nvPr/>
        </p:nvSpPr>
        <p:spPr>
          <a:xfrm>
            <a:off x="2527594" y="4873616"/>
            <a:ext cx="91862" cy="924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C1ADE2-4D66-4654-B911-39EFE294D8D8}"/>
              </a:ext>
            </a:extLst>
          </p:cNvPr>
          <p:cNvSpPr/>
          <p:nvPr/>
        </p:nvSpPr>
        <p:spPr>
          <a:xfrm>
            <a:off x="1181400" y="4898574"/>
            <a:ext cx="594586" cy="5419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48D46E-1066-42F1-90C6-9CDABF9AAA5F}"/>
              </a:ext>
            </a:extLst>
          </p:cNvPr>
          <p:cNvSpPr/>
          <p:nvPr/>
        </p:nvSpPr>
        <p:spPr>
          <a:xfrm>
            <a:off x="4164576" y="3987056"/>
            <a:ext cx="1076508" cy="899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11F63D-1B04-4FDD-8D27-AFE22F522B7C}"/>
              </a:ext>
            </a:extLst>
          </p:cNvPr>
          <p:cNvSpPr/>
          <p:nvPr/>
        </p:nvSpPr>
        <p:spPr>
          <a:xfrm>
            <a:off x="1966220" y="4895388"/>
            <a:ext cx="383539" cy="3442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12.25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3E3AED-5335-4ABF-8BC4-2B51AB025D11}"/>
              </a:ext>
            </a:extLst>
          </p:cNvPr>
          <p:cNvSpPr/>
          <p:nvPr/>
        </p:nvSpPr>
        <p:spPr>
          <a:xfrm>
            <a:off x="3202485" y="4759206"/>
            <a:ext cx="146171" cy="1304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E8A958-53ED-499F-A347-0D52FBF64BA0}"/>
              </a:ext>
            </a:extLst>
          </p:cNvPr>
          <p:cNvSpPr/>
          <p:nvPr/>
        </p:nvSpPr>
        <p:spPr>
          <a:xfrm>
            <a:off x="7710315" y="4470570"/>
            <a:ext cx="91862" cy="924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D63831-A213-425D-9123-8A962530EAD9}"/>
              </a:ext>
            </a:extLst>
          </p:cNvPr>
          <p:cNvSpPr/>
          <p:nvPr/>
        </p:nvSpPr>
        <p:spPr>
          <a:xfrm>
            <a:off x="8130371" y="4179715"/>
            <a:ext cx="594586" cy="5419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1D317B-9528-416E-8AC3-4C6D02F7ECEC}"/>
              </a:ext>
            </a:extLst>
          </p:cNvPr>
          <p:cNvSpPr/>
          <p:nvPr/>
        </p:nvSpPr>
        <p:spPr>
          <a:xfrm>
            <a:off x="8973399" y="3668428"/>
            <a:ext cx="1164643" cy="10342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985BAC-43DF-466A-9BA9-5E12AD27D500}"/>
              </a:ext>
            </a:extLst>
          </p:cNvPr>
          <p:cNvSpPr/>
          <p:nvPr/>
        </p:nvSpPr>
        <p:spPr>
          <a:xfrm>
            <a:off x="10358842" y="4319009"/>
            <a:ext cx="383539" cy="3442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12.25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6205BA-240C-455A-B592-25FF001EE3B4}"/>
              </a:ext>
            </a:extLst>
          </p:cNvPr>
          <p:cNvSpPr/>
          <p:nvPr/>
        </p:nvSpPr>
        <p:spPr>
          <a:xfrm>
            <a:off x="10998243" y="4476079"/>
            <a:ext cx="146171" cy="1304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F4CABA-0494-4A82-9636-A754F8FAE160}"/>
              </a:ext>
            </a:extLst>
          </p:cNvPr>
          <p:cNvSpPr txBox="1"/>
          <p:nvPr/>
        </p:nvSpPr>
        <p:spPr>
          <a:xfrm>
            <a:off x="7815902" y="4302985"/>
            <a:ext cx="37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D12F7A-2853-4D7A-B47E-B054CF1E3811}"/>
              </a:ext>
            </a:extLst>
          </p:cNvPr>
          <p:cNvSpPr txBox="1"/>
          <p:nvPr/>
        </p:nvSpPr>
        <p:spPr>
          <a:xfrm>
            <a:off x="8698511" y="4272049"/>
            <a:ext cx="37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F013D8-47B9-4EB0-B72A-DCD00D1F06E4}"/>
              </a:ext>
            </a:extLst>
          </p:cNvPr>
          <p:cNvSpPr txBox="1"/>
          <p:nvPr/>
        </p:nvSpPr>
        <p:spPr>
          <a:xfrm>
            <a:off x="10086122" y="4302985"/>
            <a:ext cx="37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4C2A61-E518-46AB-BBED-B33B38B74EB1}"/>
              </a:ext>
            </a:extLst>
          </p:cNvPr>
          <p:cNvSpPr txBox="1"/>
          <p:nvPr/>
        </p:nvSpPr>
        <p:spPr>
          <a:xfrm>
            <a:off x="10691090" y="4326407"/>
            <a:ext cx="307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DCBD45-E216-422C-8F93-B57C2FFFD576}"/>
              </a:ext>
            </a:extLst>
          </p:cNvPr>
          <p:cNvSpPr txBox="1"/>
          <p:nvPr/>
        </p:nvSpPr>
        <p:spPr>
          <a:xfrm>
            <a:off x="11144414" y="4311661"/>
            <a:ext cx="1036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= 133.25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6482965-B559-4632-B8F2-B5E9FA2CDA64}"/>
                  </a:ext>
                </a:extLst>
              </p:cNvPr>
              <p:cNvSpPr/>
              <p:nvPr/>
            </p:nvSpPr>
            <p:spPr>
              <a:xfrm>
                <a:off x="8436638" y="1197819"/>
                <a:ext cx="18345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TSS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6482965-B559-4632-B8F2-B5E9FA2CDA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638" y="1197819"/>
                <a:ext cx="1834541" cy="369332"/>
              </a:xfrm>
              <a:prstGeom prst="rect">
                <a:avLst/>
              </a:prstGeom>
              <a:blipFill>
                <a:blip r:embed="rId3"/>
                <a:stretch>
                  <a:fillRect l="-2990" t="-119672" r="-1329" b="-183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06189EEB-D4D2-44FF-89C1-CC863FF43E45}"/>
              </a:ext>
            </a:extLst>
          </p:cNvPr>
          <p:cNvSpPr/>
          <p:nvPr/>
        </p:nvSpPr>
        <p:spPr>
          <a:xfrm>
            <a:off x="8417603" y="1715908"/>
            <a:ext cx="2734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First model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TSS = 133.25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2115FE8-587C-41A8-9EAB-2956942D6612}"/>
              </a:ext>
            </a:extLst>
          </p:cNvPr>
          <p:cNvSpPr/>
          <p:nvPr/>
        </p:nvSpPr>
        <p:spPr>
          <a:xfrm>
            <a:off x="8427664" y="2146087"/>
            <a:ext cx="29736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Second Model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TSS = 133.25</a:t>
            </a:r>
          </a:p>
        </p:txBody>
      </p:sp>
    </p:spTree>
    <p:extLst>
      <p:ext uri="{BB962C8B-B14F-4D97-AF65-F5344CB8AC3E}">
        <p14:creationId xmlns:p14="http://schemas.microsoft.com/office/powerpoint/2010/main" val="3095433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F446-DC4E-40F7-8E12-02319418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R-Squared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0B7831-4558-4465-A294-EAB9DB926F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US" baseline="30000" dirty="0"/>
                  <a:t>2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𝑇𝑆𝑆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baseline="30000" dirty="0"/>
              </a:p>
              <a:p>
                <a:r>
                  <a:rPr lang="en-US" baseline="30000" dirty="0"/>
                  <a:t>First model </a:t>
                </a:r>
                <a:r>
                  <a:rPr lang="en-US" baseline="30000" dirty="0">
                    <a:sym typeface="Wingdings" panose="05000000000000000000" pitchFamily="2" charset="2"/>
                  </a:rPr>
                  <a:t>  </a:t>
                </a:r>
                <a:r>
                  <a:rPr lang="en-US" dirty="0"/>
                  <a:t>R</a:t>
                </a:r>
                <a:r>
                  <a:rPr lang="en-US" baseline="30000" dirty="0"/>
                  <a:t>2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133.25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133.25</m:t>
                        </m:r>
                      </m:den>
                    </m:f>
                  </m:oMath>
                </a14:m>
                <a:r>
                  <a:rPr lang="en-US" dirty="0"/>
                  <a:t>  = 0</a:t>
                </a:r>
              </a:p>
              <a:p>
                <a:endParaRPr lang="en-US" baseline="30000" dirty="0"/>
              </a:p>
              <a:p>
                <a:endParaRPr lang="en-US" baseline="30000" dirty="0"/>
              </a:p>
              <a:p>
                <a:r>
                  <a:rPr lang="en-US" baseline="30000" dirty="0"/>
                  <a:t>Second model </a:t>
                </a:r>
                <a:r>
                  <a:rPr lang="en-US" baseline="30000" dirty="0">
                    <a:sym typeface="Wingdings" panose="05000000000000000000" pitchFamily="2" charset="2"/>
                  </a:rPr>
                  <a:t>  </a:t>
                </a:r>
                <a:r>
                  <a:rPr lang="en-US" dirty="0"/>
                  <a:t>R</a:t>
                </a:r>
                <a:r>
                  <a:rPr lang="en-US" baseline="30000" dirty="0"/>
                  <a:t>2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2.45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133.25</m:t>
                        </m:r>
                      </m:den>
                    </m:f>
                  </m:oMath>
                </a14:m>
                <a:r>
                  <a:rPr lang="en-US" dirty="0"/>
                  <a:t>  = 0.98</a:t>
                </a:r>
              </a:p>
              <a:p>
                <a:endParaRPr lang="en-US" baseline="30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0B7831-4558-4465-A294-EAB9DB926F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B92340-CEF6-40FA-8A2D-7012114DA6E3}"/>
              </a:ext>
            </a:extLst>
          </p:cNvPr>
          <p:cNvSpPr txBox="1"/>
          <p:nvPr/>
        </p:nvSpPr>
        <p:spPr>
          <a:xfrm>
            <a:off x="6528122" y="2011680"/>
            <a:ext cx="42594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98% of the total sum of squares can be explained by using the estimated regression line to predict the tip.</a:t>
            </a:r>
          </a:p>
        </p:txBody>
      </p:sp>
    </p:spTree>
    <p:extLst>
      <p:ext uri="{BB962C8B-B14F-4D97-AF65-F5344CB8AC3E}">
        <p14:creationId xmlns:p14="http://schemas.microsoft.com/office/powerpoint/2010/main" val="42538590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41E6-F4D1-4941-BDB6-F1BF5F7D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C59C7A-D4F2-4D4E-8193-2F8938AAE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6671201" cy="3766185"/>
              </a:xfrm>
            </p:spPr>
            <p:txBody>
              <a:bodyPr/>
              <a:lstStyle/>
              <a:p>
                <a:r>
                  <a:rPr lang="en-US" dirty="0"/>
                  <a:t>The mean squared error (</a:t>
                </a:r>
                <a:r>
                  <a:rPr lang="en-US" i="1" dirty="0"/>
                  <a:t>MSE</a:t>
                </a:r>
                <a:r>
                  <a:rPr lang="en-US" dirty="0"/>
                  <a:t>) measures the average of the squares of the errors ε</a:t>
                </a:r>
                <a:r>
                  <a:rPr lang="en-US" baseline="-25000" dirty="0"/>
                  <a:t>i</a:t>
                </a:r>
                <a:r>
                  <a:rPr lang="en-US" dirty="0"/>
                  <a:t>:</a:t>
                </a:r>
              </a:p>
              <a:p>
                <a:r>
                  <a:rPr lang="pt-BR" dirty="0"/>
                  <a:t>MSE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pt-BR" baseline="30000" dirty="0"/>
              </a:p>
              <a:p>
                <a:r>
                  <a:rPr lang="en-US" dirty="0"/>
                  <a:t>As usual, n denotes the number of observations.</a:t>
                </a:r>
              </a:p>
              <a:p>
                <a:r>
                  <a:rPr lang="en-US" dirty="0"/>
                  <a:t>Small </a:t>
                </a:r>
                <a:r>
                  <a:rPr lang="en-US" i="1" dirty="0"/>
                  <a:t>MSE </a:t>
                </a:r>
                <a:r>
                  <a:rPr lang="en-US" dirty="0"/>
                  <a:t>indicate good fit, whereas high </a:t>
                </a:r>
                <a:r>
                  <a:rPr lang="en-US" i="1" dirty="0"/>
                  <a:t>MSE </a:t>
                </a:r>
                <a:r>
                  <a:rPr lang="en-US" dirty="0"/>
                  <a:t>indicate bad fit.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C59C7A-D4F2-4D4E-8193-2F8938AAE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6671201" cy="3766185"/>
              </a:xfrm>
              <a:blipFill>
                <a:blip r:embed="rId2"/>
                <a:stretch>
                  <a:fillRect t="-2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CB88E66-F591-4C83-AB72-CABAF6185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299" y="1669869"/>
            <a:ext cx="4189657" cy="410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317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41E6-F4D1-4941-BDB6-F1BF5F7D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C59C7A-D4F2-4D4E-8193-2F8938AAE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6671201" cy="3766185"/>
              </a:xfrm>
            </p:spPr>
            <p:txBody>
              <a:bodyPr/>
              <a:lstStyle/>
              <a:p>
                <a:r>
                  <a:rPr lang="en-US" dirty="0"/>
                  <a:t>The mean squared error (</a:t>
                </a:r>
                <a:r>
                  <a:rPr lang="en-US" i="1" dirty="0"/>
                  <a:t>MSE</a:t>
                </a:r>
                <a:r>
                  <a:rPr lang="en-US" dirty="0"/>
                  <a:t>) measures the average of the squares of the errors ε</a:t>
                </a:r>
                <a:r>
                  <a:rPr lang="en-US" baseline="-25000" dirty="0"/>
                  <a:t>i</a:t>
                </a:r>
                <a:r>
                  <a:rPr lang="en-US" dirty="0"/>
                  <a:t>:</a:t>
                </a:r>
              </a:p>
              <a:p>
                <a:r>
                  <a:rPr lang="pt-BR" dirty="0"/>
                  <a:t>MSE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pt-BR" baseline="30000" dirty="0"/>
              </a:p>
              <a:p>
                <a:r>
                  <a:rPr lang="en-US" dirty="0"/>
                  <a:t>As usual, n denotes the number of observations.</a:t>
                </a:r>
              </a:p>
              <a:p>
                <a:r>
                  <a:rPr lang="en-US" dirty="0"/>
                  <a:t>Small </a:t>
                </a:r>
                <a:r>
                  <a:rPr lang="en-US" i="1" dirty="0"/>
                  <a:t>MSE </a:t>
                </a:r>
                <a:r>
                  <a:rPr lang="en-US" dirty="0"/>
                  <a:t>indicate good fit, whereas high </a:t>
                </a:r>
                <a:r>
                  <a:rPr lang="en-US" i="1" dirty="0"/>
                  <a:t>MSE </a:t>
                </a:r>
                <a:r>
                  <a:rPr lang="en-US" dirty="0"/>
                  <a:t>indicate bad fit.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C59C7A-D4F2-4D4E-8193-2F8938AAE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6671201" cy="3766185"/>
              </a:xfrm>
              <a:blipFill>
                <a:blip r:embed="rId2"/>
                <a:stretch>
                  <a:fillRect t="-2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A8C2D4-972A-4091-97F6-95CADFE94776}"/>
                  </a:ext>
                </a:extLst>
              </p:cNvPr>
              <p:cNvSpPr txBox="1"/>
              <p:nvPr/>
            </p:nvSpPr>
            <p:spPr>
              <a:xfrm>
                <a:off x="8044241" y="2469826"/>
                <a:ext cx="2493130" cy="7184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A8C2D4-972A-4091-97F6-95CADFE94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241" y="2469826"/>
                <a:ext cx="2493130" cy="7184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761CEA-615E-494C-9C50-5E87A0D4C5BE}"/>
                  </a:ext>
                </a:extLst>
              </p:cNvPr>
              <p:cNvSpPr txBox="1"/>
              <p:nvPr/>
            </p:nvSpPr>
            <p:spPr>
              <a:xfrm>
                <a:off x="7979827" y="3154378"/>
                <a:ext cx="37321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/>
                  <a:t>First regression model </a:t>
                </a:r>
                <a:r>
                  <a:rPr lang="en-US" b="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M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SE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=26.65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761CEA-615E-494C-9C50-5E87A0D4C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827" y="3154378"/>
                <a:ext cx="3732112" cy="276999"/>
              </a:xfrm>
              <a:prstGeom prst="rect">
                <a:avLst/>
              </a:prstGeom>
              <a:blipFill>
                <a:blip r:embed="rId4"/>
                <a:stretch>
                  <a:fillRect l="-3758" t="-30435" r="-163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6C516C-B4C9-4F9B-A856-9D62C9C57228}"/>
                  </a:ext>
                </a:extLst>
              </p:cNvPr>
              <p:cNvSpPr txBox="1"/>
              <p:nvPr/>
            </p:nvSpPr>
            <p:spPr>
              <a:xfrm>
                <a:off x="7979827" y="3600675"/>
                <a:ext cx="37932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/>
                  <a:t>Second regression model </a:t>
                </a:r>
                <a:r>
                  <a:rPr lang="en-US" b="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MSE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0.49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6C516C-B4C9-4F9B-A856-9D62C9C57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827" y="3600675"/>
                <a:ext cx="3793283" cy="276999"/>
              </a:xfrm>
              <a:prstGeom prst="rect">
                <a:avLst/>
              </a:prstGeom>
              <a:blipFill>
                <a:blip r:embed="rId5"/>
                <a:stretch>
                  <a:fillRect l="-3698" t="-31111" r="-2894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5204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83AB-DBDD-8B0B-E67E-83326D4E0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EADDA-ABD3-E4EF-C89F-7B19E89A3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5DA08A-624E-555D-30C0-09A5684184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6671201" cy="3766185"/>
              </a:xfrm>
            </p:spPr>
            <p:txBody>
              <a:bodyPr/>
              <a:lstStyle/>
              <a:p>
                <a:r>
                  <a:rPr lang="en-US" dirty="0"/>
                  <a:t>The mean Absolute error (</a:t>
                </a:r>
                <a:r>
                  <a:rPr lang="en-US" i="1" dirty="0"/>
                  <a:t>MAE</a:t>
                </a:r>
                <a:r>
                  <a:rPr lang="en-US" dirty="0"/>
                  <a:t>) measures the average of the absolute of the errors ε</a:t>
                </a:r>
                <a:r>
                  <a:rPr lang="en-US" baseline="-25000" dirty="0"/>
                  <a:t>i</a:t>
                </a:r>
                <a:r>
                  <a:rPr lang="en-US" dirty="0"/>
                  <a:t>:</a:t>
                </a:r>
              </a:p>
              <a:p>
                <a:r>
                  <a:rPr lang="pt-BR" dirty="0"/>
                  <a:t>MAE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d>
                          </m:e>
                        </m:nary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pt-BR" baseline="30000" dirty="0"/>
              </a:p>
              <a:p>
                <a:r>
                  <a:rPr lang="en-US" dirty="0"/>
                  <a:t>As usual, n denotes the number of observations.</a:t>
                </a:r>
              </a:p>
              <a:p>
                <a:r>
                  <a:rPr lang="en-US" dirty="0"/>
                  <a:t>Small </a:t>
                </a:r>
                <a:r>
                  <a:rPr lang="en-US" i="1" dirty="0"/>
                  <a:t>MAE </a:t>
                </a:r>
                <a:r>
                  <a:rPr lang="en-US" dirty="0"/>
                  <a:t>indicate good fit, whereas high </a:t>
                </a:r>
                <a:r>
                  <a:rPr lang="en-US" i="1" dirty="0"/>
                  <a:t>MAE </a:t>
                </a:r>
                <a:r>
                  <a:rPr lang="en-US" dirty="0"/>
                  <a:t>indicate bad fit.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5DA08A-624E-555D-30C0-09A5684184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6671201" cy="3766185"/>
              </a:xfrm>
              <a:blipFill>
                <a:blip r:embed="rId2"/>
                <a:stretch>
                  <a:fillRect t="-2751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5E86062-F951-54B3-F673-1423C2608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299" y="1669869"/>
            <a:ext cx="4189657" cy="410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6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78AB-B491-1391-C3CA-3A7090CB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Regression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1BB8C-7140-D02E-B749-5E3AC32E8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Imagine we have a linear regression dataset that 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contains multiple copies of the same point,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which can occur in a variety of contexts including:</a:t>
            </a:r>
          </a:p>
          <a:p>
            <a:pPr lvl="2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data (e.g., in physics, medicine, etc.): if a repeated experiment produces the same result.</a:t>
            </a:r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such instances 'duplicate' datapoints should not be thrown away, since they accurately represent the true phenomenon under study.</a:t>
            </a:r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we examine any regression cost function over such a dataset (i.e., one with repeated entries) we can see that it naturally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collapses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version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itself. 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6769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BDCC0-B5B3-7509-664A-40F8ADBA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A260-276E-61F9-8E08-429688098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Regression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75BA-510D-64C1-F74D-3396B82D1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1"/>
            <a:ext cx="10753725" cy="2495372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example, let us examine the Least Squares cost of three samples and suppose that our first two datapoints and are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identical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instance, using the `model` notation, the first two summands of our cost function (in the first two datapoints) can be combined since they will always take on the same value.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D8C45B-8D18-6ED0-BE2D-57E7E42519B2}"/>
                  </a:ext>
                </a:extLst>
              </p:cNvPr>
              <p:cNvSpPr txBox="1"/>
              <p:nvPr/>
            </p:nvSpPr>
            <p:spPr>
              <a:xfrm>
                <a:off x="1432968" y="5010250"/>
                <a:ext cx="768543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D8C45B-8D18-6ED0-BE2D-57E7E4251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68" y="5010250"/>
                <a:ext cx="7685437" cy="553998"/>
              </a:xfrm>
              <a:prstGeom prst="rect">
                <a:avLst/>
              </a:prstGeom>
              <a:blipFill>
                <a:blip r:embed="rId2"/>
                <a:stretch>
                  <a:fillRect b="-16484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F46B2D-8CD1-8DE4-CE13-BCE0C8BF825D}"/>
                  </a:ext>
                </a:extLst>
              </p:cNvPr>
              <p:cNvSpPr txBox="1"/>
              <p:nvPr/>
            </p:nvSpPr>
            <p:spPr>
              <a:xfrm>
                <a:off x="1452018" y="4700270"/>
                <a:ext cx="1407629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F46B2D-8CD1-8DE4-CE13-BCE0C8BF8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018" y="4700270"/>
                <a:ext cx="1407629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0F17C9-E7C0-9D84-A607-077956439E07}"/>
                  </a:ext>
                </a:extLst>
              </p:cNvPr>
              <p:cNvSpPr txBox="1"/>
              <p:nvPr/>
            </p:nvSpPr>
            <p:spPr>
              <a:xfrm>
                <a:off x="504825" y="5689562"/>
                <a:ext cx="93154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0F17C9-E7C0-9D84-A607-077956439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25" y="5689562"/>
                <a:ext cx="931545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1993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E1078-2AFF-BFC4-7049-EC7968AC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Regression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D8871-3388-F862-8932-D2341C804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0"/>
            <a:ext cx="8572118" cy="46272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general,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leads to the notion that each term in a regression cost can be 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reflect repeated points. 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regression can also be employed when - given knowledge of the process generating a dataset - we want to weight each point based on our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confidence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each datapoint. </a:t>
            </a:r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the weighting of this single point, the more we incentivize a linear regressor to fit to it.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we increase its weight enough the fully trained regression model naturally starts fitting to this single datapoint alone (disregarding all other points).</a:t>
            </a: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A8732-CBC1-C355-A36A-50B6E5E7D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852" y="2964227"/>
            <a:ext cx="2453545" cy="245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1137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9EB2E9FB630D499918B8F6CAC84B60" ma:contentTypeVersion="3" ma:contentTypeDescription="Create a new document." ma:contentTypeScope="" ma:versionID="4fd7eb3e58b85baec0fd0cf169f544d9">
  <xsd:schema xmlns:xsd="http://www.w3.org/2001/XMLSchema" xmlns:xs="http://www.w3.org/2001/XMLSchema" xmlns:p="http://schemas.microsoft.com/office/2006/metadata/properties" xmlns:ns2="c974d4e5-f305-4feb-a004-2bd06caf3c2b" targetNamespace="http://schemas.microsoft.com/office/2006/metadata/properties" ma:root="true" ma:fieldsID="ff8484fd76a4646b7414ae59c5a5f383" ns2:_="">
    <xsd:import namespace="c974d4e5-f305-4feb-a004-2bd06caf3c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74d4e5-f305-4feb-a004-2bd06caf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5E319AD-C706-4C5B-A567-80E6A627C6DB}"/>
</file>

<file path=customXml/itemProps2.xml><?xml version="1.0" encoding="utf-8"?>
<ds:datastoreItem xmlns:ds="http://schemas.openxmlformats.org/officeDocument/2006/customXml" ds:itemID="{0F75588D-57D7-4983-BA83-5659ED676CF2}"/>
</file>

<file path=customXml/itemProps3.xml><?xml version="1.0" encoding="utf-8"?>
<ds:datastoreItem xmlns:ds="http://schemas.openxmlformats.org/officeDocument/2006/customXml" ds:itemID="{226A2221-7789-4793-88C9-C467059E9ED1}"/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2404</TotalTime>
  <Words>2870</Words>
  <Application>Microsoft Office PowerPoint</Application>
  <PresentationFormat>Widescreen</PresentationFormat>
  <Paragraphs>618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Wingdings</vt:lpstr>
      <vt:lpstr>Metropolitan</vt:lpstr>
      <vt:lpstr>PDE4444</vt:lpstr>
      <vt:lpstr>Outline</vt:lpstr>
      <vt:lpstr>Machine Learning</vt:lpstr>
      <vt:lpstr>Recall-Machine Learning</vt:lpstr>
      <vt:lpstr>Supervised Learning</vt:lpstr>
      <vt:lpstr>Unsupervised Learning</vt:lpstr>
      <vt:lpstr>Supervised Learning</vt:lpstr>
      <vt:lpstr>Supervised Learning</vt:lpstr>
      <vt:lpstr>Supervised Learning</vt:lpstr>
      <vt:lpstr>Supervised Learning</vt:lpstr>
      <vt:lpstr>Supervised Learning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Ordinary Least Squares (OLS)</vt:lpstr>
      <vt:lpstr>Error</vt:lpstr>
      <vt:lpstr>The Least Squares cost function</vt:lpstr>
      <vt:lpstr>LOS Limitation</vt:lpstr>
      <vt:lpstr> Least Absolute Deviations cost function  </vt:lpstr>
      <vt:lpstr>PowerPoint Presentation</vt:lpstr>
      <vt:lpstr>Linear Regression Example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Accuracy of the model</vt:lpstr>
      <vt:lpstr>R-Squared</vt:lpstr>
      <vt:lpstr>Linear Regression</vt:lpstr>
      <vt:lpstr>Linear Regression</vt:lpstr>
      <vt:lpstr>Linear Regression</vt:lpstr>
      <vt:lpstr>Linear Regression</vt:lpstr>
      <vt:lpstr>Linear Regression</vt:lpstr>
      <vt:lpstr>R-Squared</vt:lpstr>
      <vt:lpstr>MSE</vt:lpstr>
      <vt:lpstr>MSE</vt:lpstr>
      <vt:lpstr>MAE</vt:lpstr>
      <vt:lpstr>Weighted Regression</vt:lpstr>
      <vt:lpstr>Weighted Regression</vt:lpstr>
      <vt:lpstr>Weighted Regression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CST4050</dc:title>
  <dc:creator>maha saadeh</dc:creator>
  <cp:lastModifiedBy>Maha Saadeh</cp:lastModifiedBy>
  <cp:revision>174</cp:revision>
  <dcterms:created xsi:type="dcterms:W3CDTF">2020-10-11T06:59:36Z</dcterms:created>
  <dcterms:modified xsi:type="dcterms:W3CDTF">2026-01-26T08:03:14Z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0x0101003A9EB2E9FB630D499918B8F6CAC84B60</vt:lpwstr>
  </property>
</Properties>
</file>