
<file path=[Content_Types].xml><?xml version="1.0" encoding="utf-8"?>
<Types xmlns="http://schemas.openxmlformats.org/package/2006/content-types">
  <Default Extension="emf" ContentType="image/x-emf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348" r:id="rId2"/>
    <p:sldId id="501" r:id="rId3"/>
    <p:sldId id="506" r:id="rId4"/>
    <p:sldId id="511" r:id="rId5"/>
    <p:sldId id="261" r:id="rId6"/>
    <p:sldId id="510" r:id="rId7"/>
    <p:sldId id="507" r:id="rId8"/>
    <p:sldId id="515" r:id="rId9"/>
    <p:sldId id="512" r:id="rId10"/>
    <p:sldId id="516" r:id="rId11"/>
    <p:sldId id="514" r:id="rId12"/>
    <p:sldId id="517" r:id="rId13"/>
    <p:sldId id="518" r:id="rId14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BB0056-F35A-4675-B821-9E099FD5FBF4}" v="63" dt="2026-02-07T11:03:18.47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94" d="100"/>
          <a:sy n="94" d="100"/>
        </p:scale>
        <p:origin x="432" y="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ha Saadeh" userId="3cb906ed-5449-4556-905f-2231327ddc1a" providerId="ADAL" clId="{454ED7F6-9BA2-4548-88F5-A2FE5F82DAC2}"/>
    <pc:docChg chg="undo custSel addSld delSld modSld sldOrd">
      <pc:chgData name="Maha Saadeh" userId="3cb906ed-5449-4556-905f-2231327ddc1a" providerId="ADAL" clId="{454ED7F6-9BA2-4548-88F5-A2FE5F82DAC2}" dt="2026-02-09T06:36:36.892" v="923" actId="20577"/>
      <pc:docMkLst>
        <pc:docMk/>
      </pc:docMkLst>
      <pc:sldChg chg="addSp delSp modSp add mod ord modClrScheme chgLayout">
        <pc:chgData name="Maha Saadeh" userId="3cb906ed-5449-4556-905f-2231327ddc1a" providerId="ADAL" clId="{454ED7F6-9BA2-4548-88F5-A2FE5F82DAC2}" dt="2026-02-09T06:30:35.214" v="921" actId="6549"/>
        <pc:sldMkLst>
          <pc:docMk/>
          <pc:sldMk cId="0" sldId="261"/>
        </pc:sldMkLst>
        <pc:spChg chg="mod">
          <ac:chgData name="Maha Saadeh" userId="3cb906ed-5449-4556-905f-2231327ddc1a" providerId="ADAL" clId="{454ED7F6-9BA2-4548-88F5-A2FE5F82DAC2}" dt="2026-02-09T06:30:35.214" v="921" actId="6549"/>
          <ac:spMkLst>
            <pc:docMk/>
            <pc:sldMk cId="0" sldId="261"/>
            <ac:spMk id="3" creationId="{00000000-0000-0000-0000-000000000000}"/>
          </ac:spMkLst>
        </pc:spChg>
        <pc:spChg chg="add mod">
          <ac:chgData name="Maha Saadeh" userId="3cb906ed-5449-4556-905f-2231327ddc1a" providerId="ADAL" clId="{454ED7F6-9BA2-4548-88F5-A2FE5F82DAC2}" dt="2026-02-07T09:22:57.361" v="399" actId="1076"/>
          <ac:spMkLst>
            <pc:docMk/>
            <pc:sldMk cId="0" sldId="261"/>
            <ac:spMk id="4" creationId="{31A4A638-91F6-38DA-C9A6-761DB8169E02}"/>
          </ac:spMkLst>
        </pc:spChg>
        <pc:spChg chg="add mod">
          <ac:chgData name="Maha Saadeh" userId="3cb906ed-5449-4556-905f-2231327ddc1a" providerId="ADAL" clId="{454ED7F6-9BA2-4548-88F5-A2FE5F82DAC2}" dt="2026-02-07T09:23:10.332" v="403"/>
          <ac:spMkLst>
            <pc:docMk/>
            <pc:sldMk cId="0" sldId="261"/>
            <ac:spMk id="8" creationId="{38BF34A1-AC08-7ACC-B83B-28F9C5916183}"/>
          </ac:spMkLst>
        </pc:spChg>
        <pc:picChg chg="add mod">
          <ac:chgData name="Maha Saadeh" userId="3cb906ed-5449-4556-905f-2231327ddc1a" providerId="ADAL" clId="{454ED7F6-9BA2-4548-88F5-A2FE5F82DAC2}" dt="2026-02-07T09:22:09.071" v="386" actId="1076"/>
          <ac:picMkLst>
            <pc:docMk/>
            <pc:sldMk cId="0" sldId="261"/>
            <ac:picMk id="7" creationId="{563FF9FB-66FC-FBE0-DAAE-22BA34E7D974}"/>
          </ac:picMkLst>
        </pc:picChg>
      </pc:sldChg>
      <pc:sldChg chg="modSp add mod">
        <pc:chgData name="Maha Saadeh" userId="3cb906ed-5449-4556-905f-2231327ddc1a" providerId="ADAL" clId="{454ED7F6-9BA2-4548-88F5-A2FE5F82DAC2}" dt="2026-02-09T06:26:37.152" v="915" actId="20577"/>
        <pc:sldMkLst>
          <pc:docMk/>
          <pc:sldMk cId="741890330" sldId="348"/>
        </pc:sldMkLst>
        <pc:spChg chg="mod">
          <ac:chgData name="Maha Saadeh" userId="3cb906ed-5449-4556-905f-2231327ddc1a" providerId="ADAL" clId="{454ED7F6-9BA2-4548-88F5-A2FE5F82DAC2}" dt="2026-02-09T06:26:37.152" v="915" actId="20577"/>
          <ac:spMkLst>
            <pc:docMk/>
            <pc:sldMk cId="741890330" sldId="348"/>
            <ac:spMk id="10" creationId="{FF2038AF-3454-BA65-9BFB-197720AA5C7F}"/>
          </ac:spMkLst>
        </pc:spChg>
      </pc:sldChg>
      <pc:sldChg chg="addSp delSp modSp new mod">
        <pc:chgData name="Maha Saadeh" userId="3cb906ed-5449-4556-905f-2231327ddc1a" providerId="ADAL" clId="{454ED7F6-9BA2-4548-88F5-A2FE5F82DAC2}" dt="2026-02-07T08:56:29.251" v="282"/>
        <pc:sldMkLst>
          <pc:docMk/>
          <pc:sldMk cId="2911872250" sldId="501"/>
        </pc:sldMkLst>
        <pc:spChg chg="mod">
          <ac:chgData name="Maha Saadeh" userId="3cb906ed-5449-4556-905f-2231327ddc1a" providerId="ADAL" clId="{454ED7F6-9BA2-4548-88F5-A2FE5F82DAC2}" dt="2026-02-07T08:49:03.241" v="223" actId="20577"/>
          <ac:spMkLst>
            <pc:docMk/>
            <pc:sldMk cId="2911872250" sldId="501"/>
            <ac:spMk id="2" creationId="{81995462-0694-8027-46CD-675141033BB5}"/>
          </ac:spMkLst>
        </pc:spChg>
        <pc:spChg chg="add mod">
          <ac:chgData name="Maha Saadeh" userId="3cb906ed-5449-4556-905f-2231327ddc1a" providerId="ADAL" clId="{454ED7F6-9BA2-4548-88F5-A2FE5F82DAC2}" dt="2026-02-07T08:49:52.334" v="231" actId="20577"/>
          <ac:spMkLst>
            <pc:docMk/>
            <pc:sldMk cId="2911872250" sldId="501"/>
            <ac:spMk id="7" creationId="{64D18043-0182-69D9-90AF-054628E4D0C9}"/>
          </ac:spMkLst>
        </pc:spChg>
        <pc:picChg chg="add mod">
          <ac:chgData name="Maha Saadeh" userId="3cb906ed-5449-4556-905f-2231327ddc1a" providerId="ADAL" clId="{454ED7F6-9BA2-4548-88F5-A2FE5F82DAC2}" dt="2026-02-07T08:56:29.251" v="282"/>
          <ac:picMkLst>
            <pc:docMk/>
            <pc:sldMk cId="2911872250" sldId="501"/>
            <ac:picMk id="8" creationId="{00000000-0000-0000-0000-000000000000}"/>
          </ac:picMkLst>
        </pc:picChg>
      </pc:sldChg>
      <pc:sldChg chg="modSp add mod">
        <pc:chgData name="Maha Saadeh" userId="3cb906ed-5449-4556-905f-2231327ddc1a" providerId="ADAL" clId="{454ED7F6-9BA2-4548-88F5-A2FE5F82DAC2}" dt="2026-02-07T10:09:57.969" v="707" actId="207"/>
        <pc:sldMkLst>
          <pc:docMk/>
          <pc:sldMk cId="2977299685" sldId="506"/>
        </pc:sldMkLst>
        <pc:spChg chg="mod">
          <ac:chgData name="Maha Saadeh" userId="3cb906ed-5449-4556-905f-2231327ddc1a" providerId="ADAL" clId="{454ED7F6-9BA2-4548-88F5-A2FE5F82DAC2}" dt="2026-02-07T10:09:57.969" v="707" actId="207"/>
          <ac:spMkLst>
            <pc:docMk/>
            <pc:sldMk cId="2977299685" sldId="506"/>
            <ac:spMk id="7" creationId="{87BD057B-32A7-3892-3DB7-87E656096900}"/>
          </ac:spMkLst>
        </pc:spChg>
      </pc:sldChg>
      <pc:sldChg chg="addSp delSp modSp add mod">
        <pc:chgData name="Maha Saadeh" userId="3cb906ed-5449-4556-905f-2231327ddc1a" providerId="ADAL" clId="{454ED7F6-9BA2-4548-88F5-A2FE5F82DAC2}" dt="2026-02-07T10:13:05.708" v="787" actId="20577"/>
        <pc:sldMkLst>
          <pc:docMk/>
          <pc:sldMk cId="3496512870" sldId="507"/>
        </pc:sldMkLst>
        <pc:spChg chg="mod">
          <ac:chgData name="Maha Saadeh" userId="3cb906ed-5449-4556-905f-2231327ddc1a" providerId="ADAL" clId="{454ED7F6-9BA2-4548-88F5-A2FE5F82DAC2}" dt="2026-02-07T09:50:57.173" v="552" actId="20577"/>
          <ac:spMkLst>
            <pc:docMk/>
            <pc:sldMk cId="3496512870" sldId="507"/>
            <ac:spMk id="2" creationId="{F262B554-53C6-2D91-5108-C70322E97D35}"/>
          </ac:spMkLst>
        </pc:spChg>
        <pc:spChg chg="add mod">
          <ac:chgData name="Maha Saadeh" userId="3cb906ed-5449-4556-905f-2231327ddc1a" providerId="ADAL" clId="{454ED7F6-9BA2-4548-88F5-A2FE5F82DAC2}" dt="2026-02-07T10:13:05.708" v="787" actId="20577"/>
          <ac:spMkLst>
            <pc:docMk/>
            <pc:sldMk cId="3496512870" sldId="507"/>
            <ac:spMk id="4" creationId="{67F40C76-C49C-7A2D-6BEB-72741D4AB52C}"/>
          </ac:spMkLst>
        </pc:spChg>
      </pc:sldChg>
      <pc:sldChg chg="addSp modSp new mod ord">
        <pc:chgData name="Maha Saadeh" userId="3cb906ed-5449-4556-905f-2231327ddc1a" providerId="ADAL" clId="{454ED7F6-9BA2-4548-88F5-A2FE5F82DAC2}" dt="2026-02-07T10:11:51.499" v="733" actId="1076"/>
        <pc:sldMkLst>
          <pc:docMk/>
          <pc:sldMk cId="3545670209" sldId="510"/>
        </pc:sldMkLst>
        <pc:spChg chg="mod">
          <ac:chgData name="Maha Saadeh" userId="3cb906ed-5449-4556-905f-2231327ddc1a" providerId="ADAL" clId="{454ED7F6-9BA2-4548-88F5-A2FE5F82DAC2}" dt="2026-02-07T09:50:29.761" v="537" actId="20577"/>
          <ac:spMkLst>
            <pc:docMk/>
            <pc:sldMk cId="3545670209" sldId="510"/>
            <ac:spMk id="2" creationId="{494353EE-2E6B-74E8-06AF-51173C0615B7}"/>
          </ac:spMkLst>
        </pc:spChg>
        <pc:spChg chg="mod">
          <ac:chgData name="Maha Saadeh" userId="3cb906ed-5449-4556-905f-2231327ddc1a" providerId="ADAL" clId="{454ED7F6-9BA2-4548-88F5-A2FE5F82DAC2}" dt="2026-02-07T10:10:45.268" v="716" actId="1076"/>
          <ac:spMkLst>
            <pc:docMk/>
            <pc:sldMk cId="3545670209" sldId="510"/>
            <ac:spMk id="3" creationId="{AFE156BC-CAF7-28A0-F3FC-6EC950B94F61}"/>
          </ac:spMkLst>
        </pc:spChg>
        <pc:spChg chg="add mod">
          <ac:chgData name="Maha Saadeh" userId="3cb906ed-5449-4556-905f-2231327ddc1a" providerId="ADAL" clId="{454ED7F6-9BA2-4548-88F5-A2FE5F82DAC2}" dt="2026-02-07T10:11:51.499" v="733" actId="1076"/>
          <ac:spMkLst>
            <pc:docMk/>
            <pc:sldMk cId="3545670209" sldId="510"/>
            <ac:spMk id="6" creationId="{A76887A3-A48D-96E0-25DB-4D586879C6BF}"/>
          </ac:spMkLst>
        </pc:spChg>
        <pc:picChg chg="add mod">
          <ac:chgData name="Maha Saadeh" userId="3cb906ed-5449-4556-905f-2231327ddc1a" providerId="ADAL" clId="{454ED7F6-9BA2-4548-88F5-A2FE5F82DAC2}" dt="2026-02-07T10:11:43.962" v="730" actId="14100"/>
          <ac:picMkLst>
            <pc:docMk/>
            <pc:sldMk cId="3545670209" sldId="510"/>
            <ac:picMk id="4" creationId="{E24664BA-7BF2-F703-AE07-D9CB21734032}"/>
          </ac:picMkLst>
        </pc:picChg>
      </pc:sldChg>
      <pc:sldChg chg="delSp modSp add mod ord">
        <pc:chgData name="Maha Saadeh" userId="3cb906ed-5449-4556-905f-2231327ddc1a" providerId="ADAL" clId="{454ED7F6-9BA2-4548-88F5-A2FE5F82DAC2}" dt="2026-02-07T09:37:43.243" v="495"/>
        <pc:sldMkLst>
          <pc:docMk/>
          <pc:sldMk cId="3790568466" sldId="511"/>
        </pc:sldMkLst>
        <pc:spChg chg="mod">
          <ac:chgData name="Maha Saadeh" userId="3cb906ed-5449-4556-905f-2231327ddc1a" providerId="ADAL" clId="{454ED7F6-9BA2-4548-88F5-A2FE5F82DAC2}" dt="2026-02-07T09:16:41.003" v="338" actId="20577"/>
          <ac:spMkLst>
            <pc:docMk/>
            <pc:sldMk cId="3790568466" sldId="511"/>
            <ac:spMk id="3" creationId="{D7CB8F6D-F826-0CB2-AA79-90E962499680}"/>
          </ac:spMkLst>
        </pc:spChg>
        <pc:spChg chg="mod">
          <ac:chgData name="Maha Saadeh" userId="3cb906ed-5449-4556-905f-2231327ddc1a" providerId="ADAL" clId="{454ED7F6-9BA2-4548-88F5-A2FE5F82DAC2}" dt="2026-02-07T09:18:44.592" v="353" actId="20577"/>
          <ac:spMkLst>
            <pc:docMk/>
            <pc:sldMk cId="3790568466" sldId="511"/>
            <ac:spMk id="4" creationId="{CFE17905-26F8-83C9-06D0-E0A01D843CF2}"/>
          </ac:spMkLst>
        </pc:spChg>
        <pc:picChg chg="mod">
          <ac:chgData name="Maha Saadeh" userId="3cb906ed-5449-4556-905f-2231327ddc1a" providerId="ADAL" clId="{454ED7F6-9BA2-4548-88F5-A2FE5F82DAC2}" dt="2026-02-07T09:18:08.099" v="347" actId="1076"/>
          <ac:picMkLst>
            <pc:docMk/>
            <pc:sldMk cId="3790568466" sldId="511"/>
            <ac:picMk id="9" creationId="{BE34DAE8-8C8A-0CE9-7980-0C2B93D6ABC1}"/>
          </ac:picMkLst>
        </pc:picChg>
      </pc:sldChg>
      <pc:sldChg chg="addSp delSp modSp new mod">
        <pc:chgData name="Maha Saadeh" userId="3cb906ed-5449-4556-905f-2231327ddc1a" providerId="ADAL" clId="{454ED7F6-9BA2-4548-88F5-A2FE5F82DAC2}" dt="2026-02-07T11:03:14.159" v="857" actId="478"/>
        <pc:sldMkLst>
          <pc:docMk/>
          <pc:sldMk cId="2904716770" sldId="512"/>
        </pc:sldMkLst>
        <pc:spChg chg="mod">
          <ac:chgData name="Maha Saadeh" userId="3cb906ed-5449-4556-905f-2231327ddc1a" providerId="ADAL" clId="{454ED7F6-9BA2-4548-88F5-A2FE5F82DAC2}" dt="2026-02-07T09:49:29.745" v="534" actId="255"/>
          <ac:spMkLst>
            <pc:docMk/>
            <pc:sldMk cId="2904716770" sldId="512"/>
            <ac:spMk id="2" creationId="{E2478B06-3FA1-2092-DADA-98C1D4E62D8F}"/>
          </ac:spMkLst>
        </pc:spChg>
        <pc:spChg chg="add mod">
          <ac:chgData name="Maha Saadeh" userId="3cb906ed-5449-4556-905f-2231327ddc1a" providerId="ADAL" clId="{454ED7F6-9BA2-4548-88F5-A2FE5F82DAC2}" dt="2026-02-07T09:56:26.514" v="596" actId="14100"/>
          <ac:spMkLst>
            <pc:docMk/>
            <pc:sldMk cId="2904716770" sldId="512"/>
            <ac:spMk id="7" creationId="{3FECC2F9-3E38-4D6D-D54B-17A7F1A522EA}"/>
          </ac:spMkLst>
        </pc:spChg>
        <pc:picChg chg="add mod">
          <ac:chgData name="Maha Saadeh" userId="3cb906ed-5449-4556-905f-2231327ddc1a" providerId="ADAL" clId="{454ED7F6-9BA2-4548-88F5-A2FE5F82DAC2}" dt="2026-02-07T09:56:23.047" v="595" actId="1076"/>
          <ac:picMkLst>
            <pc:docMk/>
            <pc:sldMk cId="2904716770" sldId="512"/>
            <ac:picMk id="5" creationId="{43BE7A9F-5DE2-4735-F4F4-8F7042C74208}"/>
          </ac:picMkLst>
        </pc:picChg>
      </pc:sldChg>
      <pc:sldChg chg="addSp delSp modSp add mod">
        <pc:chgData name="Maha Saadeh" userId="3cb906ed-5449-4556-905f-2231327ddc1a" providerId="ADAL" clId="{454ED7F6-9BA2-4548-88F5-A2FE5F82DAC2}" dt="2026-02-07T10:18:10.117" v="839" actId="14100"/>
        <pc:sldMkLst>
          <pc:docMk/>
          <pc:sldMk cId="3066736340" sldId="514"/>
        </pc:sldMkLst>
        <pc:spChg chg="mod">
          <ac:chgData name="Maha Saadeh" userId="3cb906ed-5449-4556-905f-2231327ddc1a" providerId="ADAL" clId="{454ED7F6-9BA2-4548-88F5-A2FE5F82DAC2}" dt="2026-02-07T10:17:31.622" v="831" actId="1076"/>
          <ac:spMkLst>
            <pc:docMk/>
            <pc:sldMk cId="3066736340" sldId="514"/>
            <ac:spMk id="4" creationId="{7997DE4A-61D0-2F13-915B-E7BCE7597C02}"/>
          </ac:spMkLst>
        </pc:spChg>
        <pc:spChg chg="mod">
          <ac:chgData name="Maha Saadeh" userId="3cb906ed-5449-4556-905f-2231327ddc1a" providerId="ADAL" clId="{454ED7F6-9BA2-4548-88F5-A2FE5F82DAC2}" dt="2026-02-07T10:17:42.028" v="834" actId="1076"/>
          <ac:spMkLst>
            <pc:docMk/>
            <pc:sldMk cId="3066736340" sldId="514"/>
            <ac:spMk id="6" creationId="{8FC3946F-908E-C5BD-63AD-DE8FE3B7D864}"/>
          </ac:spMkLst>
        </pc:spChg>
        <pc:spChg chg="mod">
          <ac:chgData name="Maha Saadeh" userId="3cb906ed-5449-4556-905f-2231327ddc1a" providerId="ADAL" clId="{454ED7F6-9BA2-4548-88F5-A2FE5F82DAC2}" dt="2026-02-07T10:17:35.939" v="832" actId="1076"/>
          <ac:spMkLst>
            <pc:docMk/>
            <pc:sldMk cId="3066736340" sldId="514"/>
            <ac:spMk id="7" creationId="{3400A1A6-E640-64A2-EB18-C2BF90A0C302}"/>
          </ac:spMkLst>
        </pc:spChg>
        <pc:picChg chg="add mod">
          <ac:chgData name="Maha Saadeh" userId="3cb906ed-5449-4556-905f-2231327ddc1a" providerId="ADAL" clId="{454ED7F6-9BA2-4548-88F5-A2FE5F82DAC2}" dt="2026-02-07T10:17:06.359" v="825" actId="1076"/>
          <ac:picMkLst>
            <pc:docMk/>
            <pc:sldMk cId="3066736340" sldId="514"/>
            <ac:picMk id="5" creationId="{087D2150-1E2D-342F-3B05-BDCFA70809B8}"/>
          </ac:picMkLst>
        </pc:picChg>
        <pc:cxnChg chg="add mod">
          <ac:chgData name="Maha Saadeh" userId="3cb906ed-5449-4556-905f-2231327ddc1a" providerId="ADAL" clId="{454ED7F6-9BA2-4548-88F5-A2FE5F82DAC2}" dt="2026-02-07T10:18:00.522" v="836" actId="13822"/>
          <ac:cxnSpMkLst>
            <pc:docMk/>
            <pc:sldMk cId="3066736340" sldId="514"/>
            <ac:cxnSpMk id="9" creationId="{CBEF2C39-2147-1963-BD24-EF15DC63DD3C}"/>
          </ac:cxnSpMkLst>
        </pc:cxnChg>
        <pc:cxnChg chg="add mod">
          <ac:chgData name="Maha Saadeh" userId="3cb906ed-5449-4556-905f-2231327ddc1a" providerId="ADAL" clId="{454ED7F6-9BA2-4548-88F5-A2FE5F82DAC2}" dt="2026-02-07T10:18:10.117" v="839" actId="14100"/>
          <ac:cxnSpMkLst>
            <pc:docMk/>
            <pc:sldMk cId="3066736340" sldId="514"/>
            <ac:cxnSpMk id="11" creationId="{E0FA01D5-4907-5260-8BE9-36D0854396C3}"/>
          </ac:cxnSpMkLst>
        </pc:cxnChg>
      </pc:sldChg>
      <pc:sldChg chg="modSp add mod">
        <pc:chgData name="Maha Saadeh" userId="3cb906ed-5449-4556-905f-2231327ddc1a" providerId="ADAL" clId="{454ED7F6-9BA2-4548-88F5-A2FE5F82DAC2}" dt="2026-02-09T06:33:01.558" v="922" actId="1036"/>
        <pc:sldMkLst>
          <pc:docMk/>
          <pc:sldMk cId="1818105094" sldId="515"/>
        </pc:sldMkLst>
        <pc:spChg chg="mod">
          <ac:chgData name="Maha Saadeh" userId="3cb906ed-5449-4556-905f-2231327ddc1a" providerId="ADAL" clId="{454ED7F6-9BA2-4548-88F5-A2FE5F82DAC2}" dt="2026-02-07T10:06:52.309" v="700" actId="20577"/>
          <ac:spMkLst>
            <pc:docMk/>
            <pc:sldMk cId="1818105094" sldId="515"/>
            <ac:spMk id="3" creationId="{AC6B06D1-9D6D-F801-1E6F-57A9C28815A6}"/>
          </ac:spMkLst>
        </pc:spChg>
        <pc:picChg chg="mod">
          <ac:chgData name="Maha Saadeh" userId="3cb906ed-5449-4556-905f-2231327ddc1a" providerId="ADAL" clId="{454ED7F6-9BA2-4548-88F5-A2FE5F82DAC2}" dt="2026-02-09T06:33:01.558" v="922" actId="1036"/>
          <ac:picMkLst>
            <pc:docMk/>
            <pc:sldMk cId="1818105094" sldId="515"/>
            <ac:picMk id="5" creationId="{C36BF9CF-13B6-B039-5723-D6E8F4932C15}"/>
          </ac:picMkLst>
        </pc:picChg>
      </pc:sldChg>
      <pc:sldChg chg="addSp delSp modSp add mod">
        <pc:chgData name="Maha Saadeh" userId="3cb906ed-5449-4556-905f-2231327ddc1a" providerId="ADAL" clId="{454ED7F6-9BA2-4548-88F5-A2FE5F82DAC2}" dt="2026-02-07T10:09:22.558" v="706" actId="1076"/>
        <pc:sldMkLst>
          <pc:docMk/>
          <pc:sldMk cId="1136661623" sldId="516"/>
        </pc:sldMkLst>
        <pc:spChg chg="add mod">
          <ac:chgData name="Maha Saadeh" userId="3cb906ed-5449-4556-905f-2231327ddc1a" providerId="ADAL" clId="{454ED7F6-9BA2-4548-88F5-A2FE5F82DAC2}" dt="2026-02-07T09:57:49.727" v="619" actId="14100"/>
          <ac:spMkLst>
            <pc:docMk/>
            <pc:sldMk cId="1136661623" sldId="516"/>
            <ac:spMk id="4" creationId="{6C3BBA2C-9EDA-3A04-384C-CC436D507693}"/>
          </ac:spMkLst>
        </pc:spChg>
        <pc:spChg chg="add mod">
          <ac:chgData name="Maha Saadeh" userId="3cb906ed-5449-4556-905f-2231327ddc1a" providerId="ADAL" clId="{454ED7F6-9BA2-4548-88F5-A2FE5F82DAC2}" dt="2026-02-07T10:09:22.558" v="706" actId="1076"/>
          <ac:spMkLst>
            <pc:docMk/>
            <pc:sldMk cId="1136661623" sldId="516"/>
            <ac:spMk id="11" creationId="{EDDB883F-6CA4-5DA5-CF7A-B70199228829}"/>
          </ac:spMkLst>
        </pc:spChg>
        <pc:picChg chg="add mod">
          <ac:chgData name="Maha Saadeh" userId="3cb906ed-5449-4556-905f-2231327ddc1a" providerId="ADAL" clId="{454ED7F6-9BA2-4548-88F5-A2FE5F82DAC2}" dt="2026-02-07T10:07:36.473" v="703"/>
          <ac:picMkLst>
            <pc:docMk/>
            <pc:sldMk cId="1136661623" sldId="516"/>
            <ac:picMk id="9" creationId="{D7865266-D971-8E4B-BBD9-0E5081DF727E}"/>
          </ac:picMkLst>
        </pc:picChg>
      </pc:sldChg>
      <pc:sldChg chg="addSp delSp modSp add mod">
        <pc:chgData name="Maha Saadeh" userId="3cb906ed-5449-4556-905f-2231327ddc1a" providerId="ADAL" clId="{454ED7F6-9BA2-4548-88F5-A2FE5F82DAC2}" dt="2026-02-09T06:36:36.892" v="923" actId="20577"/>
        <pc:sldMkLst>
          <pc:docMk/>
          <pc:sldMk cId="2024955676" sldId="517"/>
        </pc:sldMkLst>
        <pc:spChg chg="add mod">
          <ac:chgData name="Maha Saadeh" userId="3cb906ed-5449-4556-905f-2231327ddc1a" providerId="ADAL" clId="{454ED7F6-9BA2-4548-88F5-A2FE5F82DAC2}" dt="2026-02-09T06:36:36.892" v="923" actId="20577"/>
          <ac:spMkLst>
            <pc:docMk/>
            <pc:sldMk cId="2024955676" sldId="517"/>
            <ac:spMk id="4" creationId="{E1B9772C-B772-AE7A-A70B-1C559E6238CC}"/>
          </ac:spMkLst>
        </pc:spChg>
        <pc:spChg chg="add mod">
          <ac:chgData name="Maha Saadeh" userId="3cb906ed-5449-4556-905f-2231327ddc1a" providerId="ADAL" clId="{454ED7F6-9BA2-4548-88F5-A2FE5F82DAC2}" dt="2026-02-07T10:05:54.820" v="673" actId="255"/>
          <ac:spMkLst>
            <pc:docMk/>
            <pc:sldMk cId="2024955676" sldId="517"/>
            <ac:spMk id="8" creationId="{9352806C-6625-BE94-569D-1CC25FB5063C}"/>
          </ac:spMkLst>
        </pc:spChg>
        <pc:spChg chg="add mod">
          <ac:chgData name="Maha Saadeh" userId="3cb906ed-5449-4556-905f-2231327ddc1a" providerId="ADAL" clId="{454ED7F6-9BA2-4548-88F5-A2FE5F82DAC2}" dt="2026-02-07T10:05:01.758" v="669" actId="207"/>
          <ac:spMkLst>
            <pc:docMk/>
            <pc:sldMk cId="2024955676" sldId="517"/>
            <ac:spMk id="10" creationId="{AFA53B65-4033-4F78-8E9F-9EF1A025F351}"/>
          </ac:spMkLst>
        </pc:spChg>
        <pc:cxnChg chg="add mod">
          <ac:chgData name="Maha Saadeh" userId="3cb906ed-5449-4556-905f-2231327ddc1a" providerId="ADAL" clId="{454ED7F6-9BA2-4548-88F5-A2FE5F82DAC2}" dt="2026-02-07T10:06:06.105" v="675" actId="13822"/>
          <ac:cxnSpMkLst>
            <pc:docMk/>
            <pc:sldMk cId="2024955676" sldId="517"/>
            <ac:cxnSpMk id="12" creationId="{B4C5013F-01D2-36C3-94AC-57A8E4B9947B}"/>
          </ac:cxnSpMkLst>
        </pc:cxnChg>
      </pc:sldChg>
      <pc:sldChg chg="addSp modSp new mod ord">
        <pc:chgData name="Maha Saadeh" userId="3cb906ed-5449-4556-905f-2231327ddc1a" providerId="ADAL" clId="{454ED7F6-9BA2-4548-88F5-A2FE5F82DAC2}" dt="2026-02-07T11:03:48.466" v="910"/>
        <pc:sldMkLst>
          <pc:docMk/>
          <pc:sldMk cId="112747734" sldId="518"/>
        </pc:sldMkLst>
        <pc:spChg chg="mod">
          <ac:chgData name="Maha Saadeh" userId="3cb906ed-5449-4556-905f-2231327ddc1a" providerId="ADAL" clId="{454ED7F6-9BA2-4548-88F5-A2FE5F82DAC2}" dt="2026-02-07T11:02:54.959" v="855" actId="20577"/>
          <ac:spMkLst>
            <pc:docMk/>
            <pc:sldMk cId="112747734" sldId="518"/>
            <ac:spMk id="2" creationId="{5F8DAF8E-C483-367B-FD1F-F303C938F35B}"/>
          </ac:spMkLst>
        </pc:spChg>
        <pc:spChg chg="add mod">
          <ac:chgData name="Maha Saadeh" userId="3cb906ed-5449-4556-905f-2231327ddc1a" providerId="ADAL" clId="{454ED7F6-9BA2-4548-88F5-A2FE5F82DAC2}" dt="2026-02-07T11:03:40.708" v="908" actId="20577"/>
          <ac:spMkLst>
            <pc:docMk/>
            <pc:sldMk cId="112747734" sldId="518"/>
            <ac:spMk id="3" creationId="{0760CE1C-97CC-896F-826D-29A657CECA6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97BAC4-41F0-4ADE-8482-0210655DA602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BF6CE5-7E93-4212-8C77-8741B88A91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263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rgbClr val="A6A6A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-5" dirty="0"/>
              <a:t>Dr. Giovanni Quattrone, Middlesex University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0" i="0">
                <a:solidFill>
                  <a:srgbClr val="00026A"/>
                </a:solidFill>
                <a:latin typeface="Corbel"/>
                <a:cs typeface="Corbe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rgbClr val="A6A6A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-5" dirty="0"/>
              <a:t>Dr. Giovanni Quattrone, Middlesex University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0" i="0">
                <a:solidFill>
                  <a:srgbClr val="00026A"/>
                </a:solidFill>
                <a:latin typeface="Corbel"/>
                <a:cs typeface="Corbe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rgbClr val="A6A6A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-5" dirty="0"/>
              <a:t>Dr. Giovanni Quattrone, Middlesex University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0" i="0">
                <a:solidFill>
                  <a:srgbClr val="00026A"/>
                </a:solidFill>
                <a:latin typeface="Corbel"/>
                <a:cs typeface="Corbe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rgbClr val="A6A6A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-5" dirty="0"/>
              <a:t>Dr. Giovanni Quattrone, Middlesex University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rgbClr val="A6A6A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-5" dirty="0"/>
              <a:t>Dr. Giovanni Quattrone, Middlesex University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934689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1"/>
                </a:lnTo>
              </a:path>
            </a:pathLst>
          </a:custGeom>
          <a:ln w="50800">
            <a:solidFill>
              <a:srgbClr val="3366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2904" y="163068"/>
            <a:ext cx="8418191" cy="604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0" i="0">
                <a:solidFill>
                  <a:srgbClr val="00026A"/>
                </a:solidFill>
                <a:latin typeface="Corbel"/>
                <a:cs typeface="Corbe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62904" y="1224788"/>
            <a:ext cx="8418191" cy="2256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78437" y="4862148"/>
            <a:ext cx="2677795" cy="1962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1" i="0">
                <a:solidFill>
                  <a:srgbClr val="A6A6A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-5" dirty="0"/>
              <a:t>Dr. Giovanni Quattrone, Middlesex University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99CB5F3-7E1B-3C01-5EDD-ACE15FD56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F2038AF-3454-BA65-9BFB-197720AA5C7F}"/>
              </a:ext>
            </a:extLst>
          </p:cNvPr>
          <p:cNvSpPr txBox="1"/>
          <p:nvPr/>
        </p:nvSpPr>
        <p:spPr>
          <a:xfrm>
            <a:off x="1905000" y="2800350"/>
            <a:ext cx="5638800" cy="830997"/>
          </a:xfrm>
          <a:prstGeom prst="rect">
            <a:avLst/>
          </a:prstGeom>
          <a:solidFill>
            <a:srgbClr val="31245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Week 4: Linear Unsupervised Learning</a:t>
            </a:r>
          </a:p>
          <a:p>
            <a:pPr algn="ctr"/>
            <a:r>
              <a:rPr lang="en-US" sz="2400" b="1" dirty="0">
                <a:solidFill>
                  <a:schemeClr val="bg1"/>
                </a:solidFill>
              </a:rPr>
              <a:t>Part 2- Recommender Systems</a:t>
            </a:r>
            <a:endParaRPr lang="en-AE" sz="2400" b="1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DCFF84-8DC6-5772-8AC5-D21CBDD4573D}"/>
              </a:ext>
            </a:extLst>
          </p:cNvPr>
          <p:cNvSpPr txBox="1"/>
          <p:nvPr/>
        </p:nvSpPr>
        <p:spPr>
          <a:xfrm>
            <a:off x="1752600" y="4552950"/>
            <a:ext cx="5638800" cy="369332"/>
          </a:xfrm>
          <a:prstGeom prst="rect">
            <a:avLst/>
          </a:prstGeom>
          <a:solidFill>
            <a:srgbClr val="31245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Dr Maha Saadeh</a:t>
            </a:r>
          </a:p>
        </p:txBody>
      </p:sp>
    </p:spTree>
    <p:extLst>
      <p:ext uri="{BB962C8B-B14F-4D97-AF65-F5344CB8AC3E}">
        <p14:creationId xmlns:p14="http://schemas.microsoft.com/office/powerpoint/2010/main" val="741890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95462-0694-8027-46CD-675141033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Recommender Systems</a:t>
            </a:r>
            <a:endParaRPr lang="en-A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D18043-0182-69D9-90AF-054628E4D0C9}"/>
              </a:ext>
            </a:extLst>
          </p:cNvPr>
          <p:cNvSpPr txBox="1"/>
          <p:nvPr/>
        </p:nvSpPr>
        <p:spPr>
          <a:xfrm>
            <a:off x="362904" y="839237"/>
            <a:ext cx="8247696" cy="1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AE" sz="105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en-AE" sz="1050" b="0" i="0" u="none" strike="noStrike" baseline="0" dirty="0">
              <a:latin typeface="Arial" panose="020B0604020202020204" pitchFamily="34" charset="0"/>
            </a:endParaRPr>
          </a:p>
          <a:p>
            <a:pPr marR="0" algn="l"/>
            <a:r>
              <a:rPr lang="en-US" sz="1800" b="0" i="0" u="none" strike="noStrike" baseline="0" dirty="0">
                <a:solidFill>
                  <a:srgbClr val="585858"/>
                </a:solidFill>
                <a:latin typeface="Arial" panose="020B0604020202020204" pitchFamily="34" charset="0"/>
              </a:rPr>
              <a:t>In this Section we discuss the fundamental linear </a:t>
            </a:r>
            <a:r>
              <a:rPr lang="en-US" sz="1800" b="0" i="1" u="none" strike="noStrike" baseline="0" dirty="0">
                <a:solidFill>
                  <a:srgbClr val="585858"/>
                </a:solidFill>
                <a:latin typeface="Arial" panose="020B0604020202020204" pitchFamily="34" charset="0"/>
              </a:rPr>
              <a:t>Recommender System</a:t>
            </a:r>
            <a:r>
              <a:rPr lang="en-US" sz="1800" b="0" i="0" u="none" strike="noStrike" baseline="0" dirty="0">
                <a:solidFill>
                  <a:srgbClr val="585858"/>
                </a:solidFill>
                <a:latin typeface="Arial" panose="020B0604020202020204" pitchFamily="34" charset="0"/>
              </a:rPr>
              <a:t>, a popular unsupervised learning framework commonly employed by businesses to help automatically recommend products and services to their customers. </a:t>
            </a:r>
          </a:p>
          <a:p>
            <a:pPr marR="0" algn="l"/>
            <a:endParaRPr lang="en-US" sz="1800" b="0" i="0" u="none" strike="noStrike" baseline="0" dirty="0">
              <a:solidFill>
                <a:srgbClr val="585858"/>
              </a:solidFill>
              <a:latin typeface="Arial" panose="020B0604020202020204" pitchFamily="34" charset="0"/>
            </a:endParaRPr>
          </a:p>
        </p:txBody>
      </p:sp>
      <p:pic>
        <p:nvPicPr>
          <p:cNvPr id="8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08861" y="2479168"/>
            <a:ext cx="4231385" cy="2595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872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35A17-EA3E-FF2B-7B06-B5DC7670D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6CB7F-FA3A-FFBB-080E-6B7C04DDE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Recommender Systems</a:t>
            </a:r>
            <a:endParaRPr lang="en-A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BD057B-32A7-3892-3DB7-87E656096900}"/>
              </a:ext>
            </a:extLst>
          </p:cNvPr>
          <p:cNvSpPr txBox="1"/>
          <p:nvPr/>
        </p:nvSpPr>
        <p:spPr>
          <a:xfrm>
            <a:off x="362904" y="839237"/>
            <a:ext cx="8247696" cy="16389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AE" sz="105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en-AE" dirty="0"/>
          </a:p>
          <a:p>
            <a:r>
              <a:rPr lang="en-US" dirty="0"/>
              <a:t>Recommender systems are heavily used in e-commerce today, providing customers with personalized recommendations for products and services by </a:t>
            </a:r>
            <a:r>
              <a:rPr lang="en-US" dirty="0">
                <a:solidFill>
                  <a:srgbClr val="FF0000"/>
                </a:solidFill>
              </a:rPr>
              <a:t>using a consumer's previous purchasing and rating history, along with those of similar customers</a:t>
            </a:r>
            <a:r>
              <a:rPr lang="en-US" dirty="0"/>
              <a:t>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7299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A7914-5E04-5FA4-1843-3F7E2D9EE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2C400796-FC92-0266-23D6-116EEBF6AE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4800" y="-28913"/>
            <a:ext cx="6313643" cy="772821"/>
          </a:xfrm>
          <a:prstGeom prst="rect">
            <a:avLst/>
          </a:prstGeom>
        </p:spPr>
        <p:txBody>
          <a:bodyPr vert="horz" wrap="square" lIns="0" tIns="308147" rIns="0" bIns="0" rtlCol="0">
            <a:spAutoFit/>
          </a:bodyPr>
          <a:lstStyle/>
          <a:p>
            <a:pPr marL="176689">
              <a:spcBef>
                <a:spcPts val="71"/>
              </a:spcBef>
            </a:pPr>
            <a:r>
              <a:rPr sz="3000" spc="-19" dirty="0"/>
              <a:t>Two</a:t>
            </a:r>
            <a:r>
              <a:rPr sz="3000" spc="-105" dirty="0"/>
              <a:t> </a:t>
            </a:r>
            <a:r>
              <a:rPr sz="3000" spc="-8" dirty="0"/>
              <a:t>Types</a:t>
            </a:r>
            <a:r>
              <a:rPr sz="3000" spc="-113" dirty="0"/>
              <a:t> </a:t>
            </a:r>
            <a:r>
              <a:rPr sz="3000" dirty="0"/>
              <a:t>of</a:t>
            </a:r>
            <a:r>
              <a:rPr sz="3000" spc="-113" dirty="0"/>
              <a:t> </a:t>
            </a:r>
            <a:r>
              <a:rPr sz="3000" spc="-8" dirty="0"/>
              <a:t>Recommender</a:t>
            </a:r>
            <a:r>
              <a:rPr sz="3000" spc="-98" dirty="0"/>
              <a:t> </a:t>
            </a:r>
            <a:r>
              <a:rPr sz="3000" spc="-8" dirty="0"/>
              <a:t>Systems</a:t>
            </a:r>
            <a:endParaRPr sz="300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7CB8F6D-F826-0CB2-AA79-90E962499680}"/>
              </a:ext>
            </a:extLst>
          </p:cNvPr>
          <p:cNvSpPr txBox="1"/>
          <p:nvPr/>
        </p:nvSpPr>
        <p:spPr>
          <a:xfrm>
            <a:off x="762000" y="1200150"/>
            <a:ext cx="6966822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  <a:tabLst>
                <a:tab pos="3095149" algn="l"/>
              </a:tabLst>
            </a:pPr>
            <a:r>
              <a:rPr b="1" dirty="0">
                <a:solidFill>
                  <a:srgbClr val="C00000"/>
                </a:solidFill>
                <a:latin typeface="Arial"/>
                <a:cs typeface="Arial"/>
              </a:rPr>
              <a:t>Content</a:t>
            </a:r>
            <a:r>
              <a:rPr b="1" spc="-41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b="1" spc="-8" dirty="0">
                <a:solidFill>
                  <a:srgbClr val="C00000"/>
                </a:solidFill>
                <a:latin typeface="Arial"/>
                <a:cs typeface="Arial"/>
              </a:rPr>
              <a:t>Filtering</a:t>
            </a:r>
            <a:r>
              <a:rPr lang="en-US" b="1" spc="-8" dirty="0">
                <a:solidFill>
                  <a:srgbClr val="C00000"/>
                </a:solidFill>
                <a:latin typeface="Arial"/>
                <a:cs typeface="Arial"/>
              </a:rPr>
              <a:t>                     </a:t>
            </a:r>
            <a:r>
              <a:rPr b="1" dirty="0">
                <a:solidFill>
                  <a:srgbClr val="C00000"/>
                </a:solidFill>
                <a:latin typeface="Arial"/>
                <a:cs typeface="Arial"/>
              </a:rPr>
              <a:t>	</a:t>
            </a:r>
            <a:endParaRPr sz="2700" baseline="1157" dirty="0">
              <a:latin typeface="Arial"/>
              <a:cs typeface="Arial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FE17905-26F8-83C9-06D0-E0A01D843CF2}"/>
              </a:ext>
            </a:extLst>
          </p:cNvPr>
          <p:cNvSpPr txBox="1"/>
          <p:nvPr/>
        </p:nvSpPr>
        <p:spPr>
          <a:xfrm>
            <a:off x="533400" y="1626431"/>
            <a:ext cx="5695474" cy="305660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66700" marR="3810" indent="-257175">
              <a:spcBef>
                <a:spcPts val="75"/>
              </a:spcBef>
              <a:buFont typeface="Arial"/>
              <a:buChar char="•"/>
              <a:tabLst>
                <a:tab pos="266700" algn="l"/>
              </a:tabLst>
            </a:pPr>
            <a:r>
              <a:rPr dirty="0">
                <a:latin typeface="Calibri"/>
                <a:cs typeface="Calibri"/>
              </a:rPr>
              <a:t>Creating</a:t>
            </a:r>
            <a:r>
              <a:rPr spc="-86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explicit</a:t>
            </a:r>
            <a:r>
              <a:rPr spc="-86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profiles</a:t>
            </a:r>
            <a:r>
              <a:rPr spc="-79" dirty="0">
                <a:latin typeface="Calibri"/>
                <a:cs typeface="Calibri"/>
              </a:rPr>
              <a:t> </a:t>
            </a:r>
            <a:r>
              <a:rPr spc="-19" dirty="0">
                <a:latin typeface="Calibri"/>
                <a:cs typeface="Calibri"/>
              </a:rPr>
              <a:t>for </a:t>
            </a:r>
            <a:r>
              <a:rPr dirty="0">
                <a:latin typeface="Calibri"/>
                <a:cs typeface="Calibri"/>
              </a:rPr>
              <a:t>products,</a:t>
            </a:r>
            <a:r>
              <a:rPr spc="-7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-6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profiles</a:t>
            </a:r>
            <a:r>
              <a:rPr spc="-68" dirty="0">
                <a:latin typeface="Calibri"/>
                <a:cs typeface="Calibri"/>
              </a:rPr>
              <a:t> </a:t>
            </a:r>
            <a:r>
              <a:rPr spc="-19" dirty="0">
                <a:latin typeface="Calibri"/>
                <a:cs typeface="Calibri"/>
              </a:rPr>
              <a:t>for </a:t>
            </a:r>
            <a:r>
              <a:rPr dirty="0">
                <a:latin typeface="Calibri"/>
                <a:cs typeface="Calibri"/>
              </a:rPr>
              <a:t>users</a:t>
            </a:r>
            <a:r>
              <a:rPr spc="-4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(or</a:t>
            </a:r>
            <a:r>
              <a:rPr spc="-4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past</a:t>
            </a:r>
            <a:r>
              <a:rPr spc="-49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behaviour)</a:t>
            </a:r>
            <a:endParaRPr dirty="0">
              <a:latin typeface="Calibri"/>
              <a:cs typeface="Calibri"/>
            </a:endParaRPr>
          </a:p>
          <a:p>
            <a:pPr marL="266700" marR="674846" indent="-257175">
              <a:buFont typeface="Arial"/>
              <a:buChar char="•"/>
              <a:tabLst>
                <a:tab pos="266700" algn="l"/>
              </a:tabLst>
            </a:pPr>
            <a:r>
              <a:rPr dirty="0">
                <a:latin typeface="Calibri"/>
                <a:cs typeface="Calibri"/>
              </a:rPr>
              <a:t>Associate</a:t>
            </a:r>
            <a:r>
              <a:rPr spc="-7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users</a:t>
            </a:r>
            <a:r>
              <a:rPr spc="-79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with </a:t>
            </a:r>
            <a:r>
              <a:rPr dirty="0">
                <a:latin typeface="Calibri"/>
                <a:cs typeface="Calibri"/>
              </a:rPr>
              <a:t>matching</a:t>
            </a:r>
            <a:r>
              <a:rPr spc="-83" dirty="0">
                <a:latin typeface="Calibri"/>
                <a:cs typeface="Calibri"/>
              </a:rPr>
              <a:t> </a:t>
            </a:r>
            <a:r>
              <a:rPr spc="-8" dirty="0">
                <a:latin typeface="Calibri"/>
                <a:cs typeface="Calibri"/>
              </a:rPr>
              <a:t>products</a:t>
            </a:r>
            <a:r>
              <a:rPr lang="en-US" spc="-8" dirty="0">
                <a:latin typeface="Calibri"/>
                <a:cs typeface="Calibri"/>
              </a:rPr>
              <a:t>.</a:t>
            </a:r>
          </a:p>
          <a:p>
            <a:pPr marL="266700" marR="674846" indent="-257175">
              <a:buFont typeface="Arial"/>
              <a:buChar char="•"/>
              <a:tabLst>
                <a:tab pos="266700" algn="l"/>
              </a:tabLst>
            </a:pPr>
            <a:endParaRPr lang="en-US" spc="-8" dirty="0">
              <a:latin typeface="Calibri"/>
              <a:cs typeface="Calibri"/>
            </a:endParaRPr>
          </a:p>
          <a:p>
            <a:pPr marL="266700" marR="674846" indent="-257175">
              <a:buFont typeface="Arial"/>
              <a:buChar char="•"/>
              <a:tabLst>
                <a:tab pos="266700" algn="l"/>
              </a:tabLst>
            </a:pPr>
            <a:r>
              <a:rPr lang="en-US" dirty="0"/>
              <a:t>Uses the attributes or features of an item  (this is the content part) to recommend other items similar to the user’s preferences. </a:t>
            </a:r>
          </a:p>
          <a:p>
            <a:pPr marL="266700" marR="674846" indent="-257175">
              <a:buFont typeface="Arial"/>
              <a:buChar char="•"/>
              <a:tabLst>
                <a:tab pos="266700" algn="l"/>
              </a:tabLst>
            </a:pPr>
            <a:endParaRPr lang="en-US" dirty="0"/>
          </a:p>
          <a:p>
            <a:pPr marL="266700" marR="674846" indent="-257175">
              <a:buFont typeface="Arial"/>
              <a:buChar char="•"/>
              <a:tabLst>
                <a:tab pos="266700" algn="l"/>
              </a:tabLst>
            </a:pPr>
            <a:r>
              <a:rPr lang="en-US" dirty="0"/>
              <a:t>This approach is based on similarity of item and user features,  given information about a user and items they have interacted with.</a:t>
            </a:r>
            <a:endParaRPr dirty="0">
              <a:latin typeface="Calibri"/>
              <a:cs typeface="Calibr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E34DAE8-8C8A-0CE9-7980-0C2B93D6AB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8874" y="1226820"/>
            <a:ext cx="2915126" cy="3056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568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66291" y="1665308"/>
            <a:ext cx="4739109" cy="3394710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indent="-256699">
              <a:lnSpc>
                <a:spcPct val="90000"/>
              </a:lnSpc>
              <a:spcBef>
                <a:spcPts val="75"/>
              </a:spcBef>
              <a:buFont typeface="Arial"/>
              <a:buChar char="•"/>
              <a:tabLst>
                <a:tab pos="266224" algn="l"/>
              </a:tabLst>
            </a:pPr>
            <a:r>
              <a:rPr lang="en-US" sz="1600" dirty="0">
                <a:cs typeface="Calibri"/>
              </a:rPr>
              <a:t>Use</a:t>
            </a:r>
            <a:r>
              <a:rPr lang="en-US" sz="1600" spc="-49" dirty="0">
                <a:cs typeface="Calibri"/>
              </a:rPr>
              <a:t> </a:t>
            </a:r>
            <a:r>
              <a:rPr lang="en-US" sz="1600" dirty="0">
                <a:cs typeface="Calibri"/>
              </a:rPr>
              <a:t>past</a:t>
            </a:r>
            <a:r>
              <a:rPr lang="en-US" sz="1600" spc="-56" dirty="0">
                <a:cs typeface="Calibri"/>
              </a:rPr>
              <a:t> </a:t>
            </a:r>
            <a:r>
              <a:rPr lang="en-US" sz="1600" dirty="0">
                <a:cs typeface="Calibri"/>
              </a:rPr>
              <a:t>user</a:t>
            </a:r>
            <a:r>
              <a:rPr lang="en-US" sz="1600" spc="-49" dirty="0">
                <a:cs typeface="Calibri"/>
              </a:rPr>
              <a:t> </a:t>
            </a:r>
            <a:r>
              <a:rPr lang="en-US" sz="1600" dirty="0" err="1">
                <a:cs typeface="Calibri"/>
              </a:rPr>
              <a:t>behaviour</a:t>
            </a:r>
            <a:r>
              <a:rPr lang="en-US" sz="1600" spc="-38" dirty="0">
                <a:cs typeface="Calibri"/>
              </a:rPr>
              <a:t> </a:t>
            </a:r>
            <a:r>
              <a:rPr lang="en-US" sz="1600" spc="-19" dirty="0">
                <a:cs typeface="Calibri"/>
              </a:rPr>
              <a:t>and </a:t>
            </a:r>
            <a:r>
              <a:rPr lang="en-US" sz="1600" dirty="0" err="1">
                <a:cs typeface="Calibri"/>
              </a:rPr>
              <a:t>analyse</a:t>
            </a:r>
            <a:r>
              <a:rPr lang="en-US" sz="1600" spc="-79" dirty="0">
                <a:cs typeface="Calibri"/>
              </a:rPr>
              <a:t> </a:t>
            </a:r>
            <a:r>
              <a:rPr lang="en-US" sz="1600" spc="-8" dirty="0">
                <a:cs typeface="Calibri"/>
              </a:rPr>
              <a:t>relationships </a:t>
            </a:r>
            <a:r>
              <a:rPr lang="en-US" sz="1600" dirty="0">
                <a:cs typeface="Calibri"/>
              </a:rPr>
              <a:t>between</a:t>
            </a:r>
            <a:r>
              <a:rPr lang="en-US" sz="1600" spc="-49" dirty="0">
                <a:cs typeface="Calibri"/>
              </a:rPr>
              <a:t> </a:t>
            </a:r>
            <a:r>
              <a:rPr lang="en-US" sz="1600" dirty="0">
                <a:cs typeface="Calibri"/>
              </a:rPr>
              <a:t>users</a:t>
            </a:r>
            <a:r>
              <a:rPr lang="en-US" sz="1600" spc="-49" dirty="0">
                <a:cs typeface="Calibri"/>
              </a:rPr>
              <a:t> </a:t>
            </a:r>
            <a:r>
              <a:rPr lang="en-US" sz="1600" spc="-19" dirty="0">
                <a:cs typeface="Calibri"/>
              </a:rPr>
              <a:t>and </a:t>
            </a:r>
            <a:r>
              <a:rPr lang="en-US" sz="1600" spc="-8" dirty="0">
                <a:cs typeface="Calibri"/>
              </a:rPr>
              <a:t>interdependencies</a:t>
            </a:r>
            <a:r>
              <a:rPr lang="en-US" sz="1600" spc="-23" dirty="0">
                <a:cs typeface="Calibri"/>
              </a:rPr>
              <a:t> </a:t>
            </a:r>
            <a:r>
              <a:rPr lang="en-US" sz="1600" spc="-15" dirty="0">
                <a:cs typeface="Calibri"/>
              </a:rPr>
              <a:t>among </a:t>
            </a:r>
            <a:r>
              <a:rPr lang="en-US" sz="1600" dirty="0">
                <a:cs typeface="Calibri"/>
              </a:rPr>
              <a:t>products</a:t>
            </a:r>
            <a:r>
              <a:rPr lang="en-US" sz="1600" spc="-64" dirty="0">
                <a:cs typeface="Calibri"/>
              </a:rPr>
              <a:t> </a:t>
            </a:r>
            <a:r>
              <a:rPr lang="en-US" sz="1600" dirty="0">
                <a:cs typeface="Calibri"/>
              </a:rPr>
              <a:t>to</a:t>
            </a:r>
            <a:r>
              <a:rPr lang="en-US" sz="1600" spc="-56" dirty="0">
                <a:cs typeface="Calibri"/>
              </a:rPr>
              <a:t> </a:t>
            </a:r>
            <a:r>
              <a:rPr lang="en-US" sz="1600" dirty="0">
                <a:cs typeface="Calibri"/>
              </a:rPr>
              <a:t>identify</a:t>
            </a:r>
            <a:r>
              <a:rPr lang="en-US" sz="1600" spc="-53" dirty="0">
                <a:cs typeface="Calibri"/>
              </a:rPr>
              <a:t> </a:t>
            </a:r>
            <a:r>
              <a:rPr lang="en-US" sz="1600" spc="-19" dirty="0">
                <a:cs typeface="Calibri"/>
              </a:rPr>
              <a:t>new </a:t>
            </a:r>
            <a:r>
              <a:rPr lang="en-US" sz="1600" spc="-15" dirty="0">
                <a:cs typeface="Calibri"/>
              </a:rPr>
              <a:t>user-</a:t>
            </a:r>
            <a:r>
              <a:rPr lang="en-US" sz="1600" dirty="0">
                <a:cs typeface="Calibri"/>
              </a:rPr>
              <a:t>product</a:t>
            </a:r>
            <a:r>
              <a:rPr lang="en-US" sz="1600" spc="-49" dirty="0">
                <a:cs typeface="Calibri"/>
              </a:rPr>
              <a:t> </a:t>
            </a:r>
            <a:r>
              <a:rPr lang="en-US" sz="1600" spc="-8" dirty="0">
                <a:cs typeface="Calibri"/>
              </a:rPr>
              <a:t>associations.</a:t>
            </a:r>
          </a:p>
          <a:p>
            <a:pPr>
              <a:lnSpc>
                <a:spcPct val="90000"/>
              </a:lnSpc>
              <a:tabLst>
                <a:tab pos="266224" algn="l"/>
              </a:tabLst>
            </a:pPr>
            <a:endParaRPr lang="en-US" sz="1500" b="0" i="0" dirty="0">
              <a:latin typeface="+mn-lt"/>
              <a:ea typeface="+mn-ea"/>
              <a:cs typeface="+mn-cs"/>
            </a:endParaRPr>
          </a:p>
          <a:p>
            <a:pPr indent="-256699">
              <a:lnSpc>
                <a:spcPct val="90000"/>
              </a:lnSpc>
              <a:buFont typeface="Arial"/>
              <a:buChar char="•"/>
              <a:tabLst>
                <a:tab pos="266224" algn="l"/>
              </a:tabLst>
            </a:pPr>
            <a:r>
              <a:rPr lang="en-US" sz="1500" b="1" i="0" dirty="0">
                <a:latin typeface="+mn-lt"/>
                <a:ea typeface="+mn-ea"/>
                <a:cs typeface="+mn-cs"/>
              </a:rPr>
              <a:t>Common</a:t>
            </a:r>
            <a:r>
              <a:rPr lang="en-US" sz="1500" b="1" i="0" spc="-53" dirty="0">
                <a:latin typeface="+mn-lt"/>
                <a:ea typeface="+mn-ea"/>
                <a:cs typeface="+mn-cs"/>
              </a:rPr>
              <a:t> </a:t>
            </a:r>
            <a:r>
              <a:rPr lang="en-US" sz="1500" b="1" i="0" spc="-8" dirty="0">
                <a:latin typeface="+mn-lt"/>
                <a:ea typeface="+mn-ea"/>
                <a:cs typeface="+mn-cs"/>
              </a:rPr>
              <a:t>insight:</a:t>
            </a:r>
            <a:endParaRPr lang="en-US" sz="1500" b="1" i="0" dirty="0">
              <a:latin typeface="+mn-lt"/>
              <a:ea typeface="+mn-ea"/>
              <a:cs typeface="+mn-cs"/>
            </a:endParaRPr>
          </a:p>
          <a:p>
            <a:pPr marL="0" lvl="1" indent="-213836">
              <a:lnSpc>
                <a:spcPct val="90000"/>
              </a:lnSpc>
              <a:spcBef>
                <a:spcPts val="8"/>
              </a:spcBef>
              <a:buFont typeface="Arial"/>
              <a:buChar char="–"/>
              <a:tabLst>
                <a:tab pos="566261" algn="l"/>
              </a:tabLst>
            </a:pPr>
            <a:r>
              <a:rPr lang="en-US" sz="1500" b="0" i="0" spc="-8" dirty="0">
                <a:latin typeface="+mn-lt"/>
                <a:ea typeface="+mn-ea"/>
                <a:cs typeface="+mn-cs"/>
              </a:rPr>
              <a:t>Personal</a:t>
            </a:r>
            <a:r>
              <a:rPr lang="en-US" sz="1500" b="0" i="0" spc="-68" dirty="0">
                <a:latin typeface="+mn-lt"/>
                <a:ea typeface="+mn-ea"/>
                <a:cs typeface="+mn-cs"/>
              </a:rPr>
              <a:t> </a:t>
            </a:r>
            <a:r>
              <a:rPr lang="en-US" sz="1500" b="0" i="0" dirty="0">
                <a:latin typeface="+mn-lt"/>
                <a:ea typeface="+mn-ea"/>
                <a:cs typeface="+mn-cs"/>
              </a:rPr>
              <a:t>tastes</a:t>
            </a:r>
            <a:r>
              <a:rPr lang="en-US" sz="1500" b="0" i="0" spc="-64" dirty="0">
                <a:latin typeface="+mn-lt"/>
                <a:ea typeface="+mn-ea"/>
                <a:cs typeface="+mn-cs"/>
              </a:rPr>
              <a:t> </a:t>
            </a:r>
            <a:r>
              <a:rPr lang="en-US" sz="1500" b="0" i="0" dirty="0">
                <a:latin typeface="+mn-lt"/>
                <a:ea typeface="+mn-ea"/>
                <a:cs typeface="+mn-cs"/>
              </a:rPr>
              <a:t>are</a:t>
            </a:r>
            <a:r>
              <a:rPr lang="en-US" sz="1500" b="0" i="0" spc="-56" dirty="0">
                <a:latin typeface="+mn-lt"/>
                <a:ea typeface="+mn-ea"/>
                <a:cs typeface="+mn-cs"/>
              </a:rPr>
              <a:t> </a:t>
            </a:r>
            <a:r>
              <a:rPr lang="en-US" sz="1500" b="0" i="0" spc="-8" dirty="0">
                <a:latin typeface="+mn-lt"/>
                <a:ea typeface="+mn-ea"/>
                <a:cs typeface="+mn-cs"/>
              </a:rPr>
              <a:t>correlated</a:t>
            </a:r>
            <a:endParaRPr lang="en-US" sz="1500" b="0" i="0" dirty="0">
              <a:latin typeface="+mn-lt"/>
              <a:ea typeface="+mn-ea"/>
              <a:cs typeface="+mn-cs"/>
            </a:endParaRPr>
          </a:p>
          <a:p>
            <a:pPr marL="0" marR="188595" lvl="1" indent="-213836">
              <a:lnSpc>
                <a:spcPct val="90000"/>
              </a:lnSpc>
              <a:spcBef>
                <a:spcPts val="420"/>
              </a:spcBef>
              <a:buFont typeface="Arial"/>
              <a:buChar char="–"/>
              <a:tabLst>
                <a:tab pos="567214" algn="l"/>
              </a:tabLst>
            </a:pPr>
            <a:r>
              <a:rPr lang="en-US" sz="1500" b="0" i="0" dirty="0">
                <a:latin typeface="+mn-lt"/>
                <a:ea typeface="+mn-ea"/>
                <a:cs typeface="+mn-cs"/>
              </a:rPr>
              <a:t>If</a:t>
            </a:r>
            <a:r>
              <a:rPr lang="en-US" sz="1500" b="0" i="0" spc="-30" dirty="0">
                <a:latin typeface="+mn-lt"/>
                <a:ea typeface="+mn-ea"/>
                <a:cs typeface="+mn-cs"/>
              </a:rPr>
              <a:t> </a:t>
            </a:r>
            <a:r>
              <a:rPr lang="en-US" sz="1500" b="0" i="0" dirty="0">
                <a:latin typeface="+mn-lt"/>
                <a:ea typeface="+mn-ea"/>
                <a:cs typeface="+mn-cs"/>
              </a:rPr>
              <a:t>Alice</a:t>
            </a:r>
            <a:r>
              <a:rPr lang="en-US" sz="1500" b="0" i="0" spc="-34" dirty="0">
                <a:latin typeface="+mn-lt"/>
                <a:ea typeface="+mn-ea"/>
                <a:cs typeface="+mn-cs"/>
              </a:rPr>
              <a:t> </a:t>
            </a:r>
            <a:r>
              <a:rPr lang="en-US" sz="1500" b="0" i="0" dirty="0">
                <a:latin typeface="+mn-lt"/>
                <a:ea typeface="+mn-ea"/>
                <a:cs typeface="+mn-cs"/>
              </a:rPr>
              <a:t>and</a:t>
            </a:r>
            <a:r>
              <a:rPr lang="en-US" sz="1500" b="0" i="0" spc="-26" dirty="0">
                <a:latin typeface="+mn-lt"/>
                <a:ea typeface="+mn-ea"/>
                <a:cs typeface="+mn-cs"/>
              </a:rPr>
              <a:t> </a:t>
            </a:r>
            <a:r>
              <a:rPr lang="en-US" sz="1500" b="0" i="0" dirty="0">
                <a:latin typeface="+mn-lt"/>
                <a:ea typeface="+mn-ea"/>
                <a:cs typeface="+mn-cs"/>
              </a:rPr>
              <a:t>Bob</a:t>
            </a:r>
            <a:r>
              <a:rPr lang="en-US" sz="1500" b="0" i="0" spc="-41" dirty="0">
                <a:latin typeface="+mn-lt"/>
                <a:ea typeface="+mn-ea"/>
                <a:cs typeface="+mn-cs"/>
              </a:rPr>
              <a:t> </a:t>
            </a:r>
            <a:r>
              <a:rPr lang="en-US" sz="1500" b="0" i="0" dirty="0">
                <a:latin typeface="+mn-lt"/>
                <a:ea typeface="+mn-ea"/>
                <a:cs typeface="+mn-cs"/>
              </a:rPr>
              <a:t>both</a:t>
            </a:r>
            <a:r>
              <a:rPr lang="en-US" sz="1500" b="0" i="0" spc="-30" dirty="0">
                <a:latin typeface="+mn-lt"/>
                <a:ea typeface="+mn-ea"/>
                <a:cs typeface="+mn-cs"/>
              </a:rPr>
              <a:t> </a:t>
            </a:r>
            <a:r>
              <a:rPr lang="en-US" sz="1500" b="0" i="0" dirty="0">
                <a:latin typeface="+mn-lt"/>
                <a:ea typeface="+mn-ea"/>
                <a:cs typeface="+mn-cs"/>
              </a:rPr>
              <a:t>like</a:t>
            </a:r>
            <a:r>
              <a:rPr lang="en-US" sz="1500" b="0" i="0" spc="-30" dirty="0">
                <a:latin typeface="+mn-lt"/>
                <a:ea typeface="+mn-ea"/>
                <a:cs typeface="+mn-cs"/>
              </a:rPr>
              <a:t> </a:t>
            </a:r>
            <a:r>
              <a:rPr lang="en-US" sz="1500" b="0" i="0" dirty="0">
                <a:latin typeface="+mn-lt"/>
                <a:ea typeface="+mn-ea"/>
                <a:cs typeface="+mn-cs"/>
              </a:rPr>
              <a:t>X,</a:t>
            </a:r>
            <a:r>
              <a:rPr lang="en-US" sz="1500" b="0" i="0" spc="-30" dirty="0">
                <a:latin typeface="+mn-lt"/>
                <a:ea typeface="+mn-ea"/>
                <a:cs typeface="+mn-cs"/>
              </a:rPr>
              <a:t> </a:t>
            </a:r>
            <a:r>
              <a:rPr lang="en-US" sz="1500" b="0" i="0" dirty="0">
                <a:latin typeface="+mn-lt"/>
                <a:ea typeface="+mn-ea"/>
                <a:cs typeface="+mn-cs"/>
              </a:rPr>
              <a:t>and</a:t>
            </a:r>
            <a:r>
              <a:rPr lang="en-US" sz="1500" b="0" i="0" spc="-30" dirty="0">
                <a:latin typeface="+mn-lt"/>
                <a:ea typeface="+mn-ea"/>
                <a:cs typeface="+mn-cs"/>
              </a:rPr>
              <a:t> </a:t>
            </a:r>
            <a:r>
              <a:rPr lang="en-US" sz="1500" b="0" i="0" dirty="0">
                <a:latin typeface="+mn-lt"/>
                <a:ea typeface="+mn-ea"/>
                <a:cs typeface="+mn-cs"/>
              </a:rPr>
              <a:t>Alice</a:t>
            </a:r>
            <a:r>
              <a:rPr lang="en-US" sz="1500" b="0" i="0" spc="-41" dirty="0">
                <a:latin typeface="+mn-lt"/>
                <a:ea typeface="+mn-ea"/>
                <a:cs typeface="+mn-cs"/>
              </a:rPr>
              <a:t> </a:t>
            </a:r>
            <a:r>
              <a:rPr lang="en-US" sz="1500" b="0" i="0" dirty="0">
                <a:latin typeface="+mn-lt"/>
                <a:ea typeface="+mn-ea"/>
                <a:cs typeface="+mn-cs"/>
              </a:rPr>
              <a:t>likes</a:t>
            </a:r>
            <a:r>
              <a:rPr lang="en-US" sz="1500" b="0" i="0" spc="-45" dirty="0">
                <a:latin typeface="+mn-lt"/>
                <a:ea typeface="+mn-ea"/>
                <a:cs typeface="+mn-cs"/>
              </a:rPr>
              <a:t> </a:t>
            </a:r>
            <a:r>
              <a:rPr lang="en-US" sz="1500" b="0" i="0" dirty="0">
                <a:latin typeface="+mn-lt"/>
                <a:ea typeface="+mn-ea"/>
                <a:cs typeface="+mn-cs"/>
              </a:rPr>
              <a:t>Y,</a:t>
            </a:r>
            <a:r>
              <a:rPr lang="en-US" sz="1500" b="0" i="0" spc="-15" dirty="0">
                <a:latin typeface="+mn-lt"/>
                <a:ea typeface="+mn-ea"/>
                <a:cs typeface="+mn-cs"/>
              </a:rPr>
              <a:t> </a:t>
            </a:r>
            <a:r>
              <a:rPr lang="en-US" sz="1500" b="0" i="0" dirty="0">
                <a:latin typeface="+mn-lt"/>
                <a:ea typeface="+mn-ea"/>
                <a:cs typeface="+mn-cs"/>
              </a:rPr>
              <a:t>then</a:t>
            </a:r>
            <a:r>
              <a:rPr lang="en-US" sz="1500" b="0" i="0" spc="-30" dirty="0">
                <a:latin typeface="+mn-lt"/>
                <a:ea typeface="+mn-ea"/>
                <a:cs typeface="+mn-cs"/>
              </a:rPr>
              <a:t> </a:t>
            </a:r>
            <a:r>
              <a:rPr lang="en-US" sz="1500" b="0" i="0" dirty="0">
                <a:latin typeface="+mn-lt"/>
                <a:ea typeface="+mn-ea"/>
                <a:cs typeface="+mn-cs"/>
              </a:rPr>
              <a:t>Bob</a:t>
            </a:r>
            <a:r>
              <a:rPr lang="en-US" sz="1500" b="0" i="0" spc="-41" dirty="0">
                <a:latin typeface="+mn-lt"/>
                <a:ea typeface="+mn-ea"/>
                <a:cs typeface="+mn-cs"/>
              </a:rPr>
              <a:t> </a:t>
            </a:r>
            <a:r>
              <a:rPr lang="en-US" sz="1500" b="0" i="0" spc="-19" dirty="0">
                <a:latin typeface="+mn-lt"/>
                <a:ea typeface="+mn-ea"/>
                <a:cs typeface="+mn-cs"/>
              </a:rPr>
              <a:t>is 	</a:t>
            </a:r>
            <a:r>
              <a:rPr lang="en-US" sz="1500" b="0" i="0" dirty="0">
                <a:latin typeface="+mn-lt"/>
                <a:ea typeface="+mn-ea"/>
                <a:cs typeface="+mn-cs"/>
              </a:rPr>
              <a:t>more</a:t>
            </a:r>
            <a:r>
              <a:rPr lang="en-US" sz="1500" b="0" i="0" spc="-56" dirty="0">
                <a:latin typeface="+mn-lt"/>
                <a:ea typeface="+mn-ea"/>
                <a:cs typeface="+mn-cs"/>
              </a:rPr>
              <a:t> </a:t>
            </a:r>
            <a:r>
              <a:rPr lang="en-US" sz="1500" b="0" i="0" dirty="0">
                <a:latin typeface="+mn-lt"/>
                <a:ea typeface="+mn-ea"/>
                <a:cs typeface="+mn-cs"/>
              </a:rPr>
              <a:t>likely</a:t>
            </a:r>
            <a:r>
              <a:rPr lang="en-US" sz="1500" b="0" i="0" spc="-68" dirty="0">
                <a:latin typeface="+mn-lt"/>
                <a:ea typeface="+mn-ea"/>
                <a:cs typeface="+mn-cs"/>
              </a:rPr>
              <a:t> </a:t>
            </a:r>
            <a:r>
              <a:rPr lang="en-US" sz="1500" b="0" i="0" dirty="0">
                <a:latin typeface="+mn-lt"/>
                <a:ea typeface="+mn-ea"/>
                <a:cs typeface="+mn-cs"/>
              </a:rPr>
              <a:t>to</a:t>
            </a:r>
            <a:r>
              <a:rPr lang="en-US" sz="1500" b="0" i="0" spc="-71" dirty="0">
                <a:latin typeface="+mn-lt"/>
                <a:ea typeface="+mn-ea"/>
                <a:cs typeface="+mn-cs"/>
              </a:rPr>
              <a:t> </a:t>
            </a:r>
            <a:r>
              <a:rPr lang="en-US" sz="1500" b="0" i="0" dirty="0">
                <a:latin typeface="+mn-lt"/>
                <a:ea typeface="+mn-ea"/>
                <a:cs typeface="+mn-cs"/>
              </a:rPr>
              <a:t>like</a:t>
            </a:r>
            <a:r>
              <a:rPr lang="en-US" sz="1500" b="0" i="0" spc="-68" dirty="0">
                <a:latin typeface="+mn-lt"/>
                <a:ea typeface="+mn-ea"/>
                <a:cs typeface="+mn-cs"/>
              </a:rPr>
              <a:t> </a:t>
            </a:r>
            <a:r>
              <a:rPr lang="en-US" sz="1500" b="0" i="0" spc="-38" dirty="0">
                <a:latin typeface="+mn-lt"/>
                <a:ea typeface="+mn-ea"/>
                <a:cs typeface="+mn-cs"/>
              </a:rPr>
              <a:t>Y</a:t>
            </a:r>
            <a:endParaRPr lang="en-US" sz="1500" b="0" i="0" dirty="0">
              <a:latin typeface="+mn-lt"/>
              <a:ea typeface="+mn-ea"/>
              <a:cs typeface="+mn-cs"/>
            </a:endParaRPr>
          </a:p>
          <a:p>
            <a:pPr indent="-256699">
              <a:lnSpc>
                <a:spcPct val="90000"/>
              </a:lnSpc>
              <a:spcBef>
                <a:spcPts val="11"/>
              </a:spcBef>
              <a:buFont typeface="Arial"/>
              <a:buChar char="•"/>
              <a:tabLst>
                <a:tab pos="266224" algn="l"/>
              </a:tabLst>
            </a:pPr>
            <a:endParaRPr lang="en-US" sz="1500" b="0" i="0" dirty="0">
              <a:latin typeface="+mn-lt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3FF9FB-66FC-FBE0-DAAE-22BA34E7D9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164" b="2"/>
          <a:stretch>
            <a:fillRect/>
          </a:stretch>
        </p:blipFill>
        <p:spPr>
          <a:xfrm>
            <a:off x="5791200" y="1216448"/>
            <a:ext cx="3124200" cy="3394710"/>
          </a:xfrm>
          <a:prstGeom prst="rect">
            <a:avLst/>
          </a:prstGeom>
          <a:noFill/>
        </p:spPr>
      </p:pic>
      <p:sp>
        <p:nvSpPr>
          <p:cNvPr id="4" name="object 3">
            <a:extLst>
              <a:ext uri="{FF2B5EF4-FFF2-40B4-BE49-F238E27FC236}">
                <a16:creationId xmlns:a16="http://schemas.microsoft.com/office/drawing/2014/main" id="{31A4A638-91F6-38DA-C9A6-761DB8169E02}"/>
              </a:ext>
            </a:extLst>
          </p:cNvPr>
          <p:cNvSpPr txBox="1"/>
          <p:nvPr/>
        </p:nvSpPr>
        <p:spPr>
          <a:xfrm>
            <a:off x="362904" y="1108276"/>
            <a:ext cx="6966822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  <a:tabLst>
                <a:tab pos="3095149" algn="l"/>
              </a:tabLst>
            </a:pPr>
            <a:r>
              <a:rPr sz="2700" b="1" baseline="1157" dirty="0">
                <a:solidFill>
                  <a:srgbClr val="C00000"/>
                </a:solidFill>
                <a:latin typeface="Arial"/>
                <a:cs typeface="Arial"/>
              </a:rPr>
              <a:t>Collaborative</a:t>
            </a:r>
            <a:r>
              <a:rPr sz="2700" b="1" spc="-118" baseline="1157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700" b="1" spc="-11" baseline="1157" dirty="0">
                <a:solidFill>
                  <a:srgbClr val="C00000"/>
                </a:solidFill>
                <a:latin typeface="Arial"/>
                <a:cs typeface="Arial"/>
              </a:rPr>
              <a:t>Filtering</a:t>
            </a:r>
            <a:endParaRPr sz="2700" baseline="1157" dirty="0">
              <a:latin typeface="Arial"/>
              <a:cs typeface="Arial"/>
            </a:endParaRPr>
          </a:p>
        </p:txBody>
      </p:sp>
      <p:sp>
        <p:nvSpPr>
          <p:cNvPr id="8" name="object 2" descr="$PPTXTitle">
            <a:extLst>
              <a:ext uri="{FF2B5EF4-FFF2-40B4-BE49-F238E27FC236}">
                <a16:creationId xmlns:a16="http://schemas.microsoft.com/office/drawing/2014/main" id="{38BF34A1-AC08-7ACC-B83B-28F9C59161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4800" y="-28913"/>
            <a:ext cx="6313643" cy="772821"/>
          </a:xfrm>
          <a:prstGeom prst="rect">
            <a:avLst/>
          </a:prstGeom>
        </p:spPr>
        <p:txBody>
          <a:bodyPr vert="horz" wrap="square" lIns="0" tIns="308147" rIns="0" bIns="0" rtlCol="0">
            <a:spAutoFit/>
          </a:bodyPr>
          <a:lstStyle/>
          <a:p>
            <a:pPr marL="176689">
              <a:spcBef>
                <a:spcPts val="71"/>
              </a:spcBef>
            </a:pPr>
            <a:r>
              <a:rPr sz="3000" spc="-19" dirty="0"/>
              <a:t>Two</a:t>
            </a:r>
            <a:r>
              <a:rPr sz="3000" spc="-105" dirty="0"/>
              <a:t> </a:t>
            </a:r>
            <a:r>
              <a:rPr sz="3000" spc="-8" dirty="0"/>
              <a:t>Types</a:t>
            </a:r>
            <a:r>
              <a:rPr sz="3000" spc="-113" dirty="0"/>
              <a:t> </a:t>
            </a:r>
            <a:r>
              <a:rPr sz="3000" dirty="0"/>
              <a:t>of</a:t>
            </a:r>
            <a:r>
              <a:rPr sz="3000" spc="-113" dirty="0"/>
              <a:t> </a:t>
            </a:r>
            <a:r>
              <a:rPr sz="3000" spc="-8" dirty="0"/>
              <a:t>Recommender</a:t>
            </a:r>
            <a:r>
              <a:rPr sz="3000" spc="-98" dirty="0"/>
              <a:t> </a:t>
            </a:r>
            <a:r>
              <a:rPr sz="3000" spc="-8" dirty="0"/>
              <a:t>Systems</a:t>
            </a:r>
            <a:endParaRPr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353EE-2E6B-74E8-06AF-51173C061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904" y="163068"/>
            <a:ext cx="8418191" cy="584775"/>
          </a:xfrm>
        </p:spPr>
        <p:txBody>
          <a:bodyPr/>
          <a:lstStyle/>
          <a:p>
            <a:r>
              <a:rPr lang="en-US" dirty="0"/>
              <a:t>Collaborative Filtering</a:t>
            </a:r>
            <a:endParaRPr lang="en-A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E156BC-CAF7-28A0-F3FC-6EC950B94F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986609"/>
            <a:ext cx="8418191" cy="830997"/>
          </a:xfrm>
        </p:spPr>
        <p:txBody>
          <a:bodyPr/>
          <a:lstStyle/>
          <a:p>
            <a:r>
              <a:rPr lang="en-US" dirty="0"/>
              <a:t>For instance, a movie provider like Netflix with millions of users and tens of thousands of movies, records users' reviews and ratings in a large matrix such as the one illustrated below in the Figure.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4664BA-7BF2-F703-AE07-D9CB217340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824" y="2052320"/>
            <a:ext cx="5280976" cy="29281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76887A3-A48D-96E0-25DB-4D586879C6BF}"/>
              </a:ext>
            </a:extLst>
          </p:cNvPr>
          <p:cNvSpPr txBox="1"/>
          <p:nvPr/>
        </p:nvSpPr>
        <p:spPr>
          <a:xfrm>
            <a:off x="6019800" y="3028950"/>
            <a:ext cx="253269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20750" algn="l"/>
            <a:r>
              <a:rPr lang="en-US" sz="1600" b="0" i="0" u="none" strike="noStrike" baseline="0" dirty="0">
                <a:solidFill>
                  <a:srgbClr val="585858"/>
                </a:solidFill>
                <a:latin typeface="Arial" panose="020B0604020202020204" pitchFamily="34" charset="0"/>
              </a:rPr>
              <a:t>A movie rating matrix is very sparsely populated, with each user having rated only a very small number of films.</a:t>
            </a:r>
            <a:endParaRPr lang="en-AE" sz="1600" dirty="0"/>
          </a:p>
        </p:txBody>
      </p:sp>
    </p:spTree>
    <p:extLst>
      <p:ext uri="{BB962C8B-B14F-4D97-AF65-F5344CB8AC3E}">
        <p14:creationId xmlns:p14="http://schemas.microsoft.com/office/powerpoint/2010/main" val="35456702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C341D-7ACD-CF5B-4882-3F4DEC906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2B554-53C6-2D91-5108-C70322E97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Rating Matrix</a:t>
            </a:r>
            <a:endParaRPr lang="en-A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F40C76-C49C-7A2D-6BEB-72741D4AB52C}"/>
              </a:ext>
            </a:extLst>
          </p:cNvPr>
          <p:cNvSpPr txBox="1"/>
          <p:nvPr/>
        </p:nvSpPr>
        <p:spPr>
          <a:xfrm>
            <a:off x="533400" y="1256005"/>
            <a:ext cx="7467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l"/>
            <a:r>
              <a:rPr lang="en-US" sz="1800" b="0" i="0" u="none" strike="noStrike" baseline="0" dirty="0">
                <a:solidFill>
                  <a:srgbClr val="585858"/>
                </a:solidFill>
                <a:latin typeface="Arial" panose="020B0604020202020204" pitchFamily="34" charset="0"/>
              </a:rPr>
              <a:t>In order to provide recommendations to users, we aim to intelligently guess the values of every missing entry in the ratings matrix (we </a:t>
            </a:r>
            <a:r>
              <a:rPr lang="en-US" sz="1800" b="0" i="1" u="none" strike="noStrike" baseline="0" dirty="0">
                <a:solidFill>
                  <a:srgbClr val="585858"/>
                </a:solidFill>
                <a:latin typeface="Arial" panose="020B0604020202020204" pitchFamily="34" charset="0"/>
              </a:rPr>
              <a:t>complete </a:t>
            </a:r>
            <a:r>
              <a:rPr lang="en-US" sz="1800" b="0" i="0" u="none" strike="noStrike" baseline="0" dirty="0">
                <a:solidFill>
                  <a:srgbClr val="585858"/>
                </a:solidFill>
                <a:latin typeface="Arial" panose="020B0604020202020204" pitchFamily="34" charset="0"/>
              </a:rPr>
              <a:t>the matrix). </a:t>
            </a:r>
          </a:p>
        </p:txBody>
      </p:sp>
    </p:spTree>
    <p:extLst>
      <p:ext uri="{BB962C8B-B14F-4D97-AF65-F5344CB8AC3E}">
        <p14:creationId xmlns:p14="http://schemas.microsoft.com/office/powerpoint/2010/main" val="3496512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FDEDA-5C0E-1915-634B-38DD7BB83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0756A-4A0F-9F99-2856-D08B05E40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904" y="163068"/>
            <a:ext cx="8418191" cy="492443"/>
          </a:xfrm>
        </p:spPr>
        <p:txBody>
          <a:bodyPr/>
          <a:lstStyle/>
          <a:p>
            <a:r>
              <a:rPr lang="en-US" sz="3200" dirty="0"/>
              <a:t>How collaborative filtering handles missing values</a:t>
            </a:r>
            <a:endParaRPr lang="en-AE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6B06D1-9D6D-F801-1E6F-57A9C28815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2904" y="1224788"/>
            <a:ext cx="8418191" cy="1384995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Matrix Factorization calculate the similarity in user’s ratings or interactions to provide recommendations. In the simple user item matrix below, Ted and Carol like movies B and C. Bob likes movie B. To recommend a movie to Bob, matrix factorization calculates that users who liked B also liked C, so C is a possible recommendation for Bob.</a:t>
            </a:r>
            <a:endParaRPr lang="en-A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6BF9CF-13B6-B039-5723-D6E8F4932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0800" y="3011555"/>
            <a:ext cx="2363414" cy="2074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105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78B06-3FA1-2092-DADA-98C1D4E62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904" y="163068"/>
            <a:ext cx="8418191" cy="492443"/>
          </a:xfrm>
        </p:spPr>
        <p:txBody>
          <a:bodyPr/>
          <a:lstStyle/>
          <a:p>
            <a:r>
              <a:rPr lang="en-US" sz="3200" dirty="0"/>
              <a:t>How collaborative filtering handles missing values</a:t>
            </a:r>
            <a:endParaRPr lang="en-AE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BE7A9F-5DE2-4735-F4F4-8F7042C74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600" y="2271907"/>
            <a:ext cx="3057814" cy="268439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FECC2F9-3E38-4D6D-D54B-17A7F1A522EA}"/>
              </a:ext>
            </a:extLst>
          </p:cNvPr>
          <p:cNvSpPr txBox="1"/>
          <p:nvPr/>
        </p:nvSpPr>
        <p:spPr>
          <a:xfrm>
            <a:off x="362904" y="1170363"/>
            <a:ext cx="519969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The problem MF is solving</a:t>
            </a:r>
          </a:p>
          <a:p>
            <a:pPr>
              <a:buNone/>
            </a:pPr>
            <a:r>
              <a:rPr lang="en-US" dirty="0"/>
              <a:t>You start with a </a:t>
            </a:r>
            <a:r>
              <a:rPr lang="en-US" b="1" dirty="0"/>
              <a:t>sparse rating matrix</a:t>
            </a:r>
            <a:r>
              <a:rPr lang="en-US" dirty="0"/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 Rows → users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 Columns → items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 Most entries → </a:t>
            </a:r>
            <a:r>
              <a:rPr lang="en-US" b="1" dirty="0"/>
              <a:t>missing</a:t>
            </a:r>
            <a:endParaRPr lang="en-US" dirty="0"/>
          </a:p>
          <a:p>
            <a:pPr>
              <a:buNone/>
            </a:pPr>
            <a:r>
              <a:rPr lang="en-US" b="1" dirty="0"/>
              <a:t>Goal:</a:t>
            </a:r>
          </a:p>
          <a:p>
            <a:pPr>
              <a:buNone/>
            </a:pPr>
            <a:r>
              <a:rPr lang="en-US" dirty="0"/>
              <a:t>Predict the missing ratings as accurately as possible.</a:t>
            </a:r>
          </a:p>
        </p:txBody>
      </p:sp>
    </p:spTree>
    <p:extLst>
      <p:ext uri="{BB962C8B-B14F-4D97-AF65-F5344CB8AC3E}">
        <p14:creationId xmlns:p14="http://schemas.microsoft.com/office/powerpoint/2010/main" val="29047167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BB4EB-5AEC-24C6-63FB-959A451A8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3B0BD-8267-4862-AB3E-E6D796214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904" y="163068"/>
            <a:ext cx="8418191" cy="492443"/>
          </a:xfrm>
        </p:spPr>
        <p:txBody>
          <a:bodyPr/>
          <a:lstStyle/>
          <a:p>
            <a:r>
              <a:rPr lang="en-US" sz="3200" dirty="0"/>
              <a:t>How collaborative filtering handles missing values</a:t>
            </a:r>
            <a:endParaRPr lang="en-AE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C3BBA2C-9EDA-3A04-384C-CC436D507693}"/>
                  </a:ext>
                </a:extLst>
              </p:cNvPr>
              <p:cNvSpPr txBox="1"/>
              <p:nvPr/>
            </p:nvSpPr>
            <p:spPr>
              <a:xfrm>
                <a:off x="304800" y="1123950"/>
                <a:ext cx="5334000" cy="25951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dirty="0"/>
                  <a:t>Instead of filling missing values, we </a:t>
                </a:r>
                <a:r>
                  <a:rPr lang="en-US" b="1" dirty="0"/>
                  <a:t>factor</a:t>
                </a:r>
                <a:r>
                  <a:rPr lang="en-US" dirty="0"/>
                  <a:t> the rating matrix: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𝑈</m:t>
                      </m:r>
                      <m:sSup>
                        <m:sSupPr>
                          <m:ctrlPr>
                            <a:rPr lang="ar-JO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JO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ar-JO" i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</m:oMath>
                  </m:oMathPara>
                </a14:m>
                <a:endParaRPr lang="ar-JO" dirty="0"/>
              </a:p>
              <a:p>
                <a:pPr>
                  <a:buNone/>
                </a:pPr>
                <a:r>
                  <a:rPr lang="en-US" dirty="0"/>
                  <a:t>Where: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ar-JO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JO" i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ar-JO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ar-JO" i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ar-JO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ar-JO" dirty="0"/>
                  <a:t>→ </a:t>
                </a:r>
                <a:r>
                  <a:rPr lang="en-US" b="1" dirty="0"/>
                  <a:t>user embeddings</a:t>
                </a:r>
                <a:endParaRPr lang="en-US" dirty="0"/>
              </a:p>
              <a:p>
                <a:pPr lvl="1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ar-JO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JO" i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ar-JO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ar-JO" i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ar-JO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ar-JO" dirty="0"/>
                  <a:t>→ </a:t>
                </a:r>
                <a:r>
                  <a:rPr lang="en-US" b="1" dirty="0"/>
                  <a:t>item embeddings</a:t>
                </a:r>
                <a:endParaRPr lang="en-US" dirty="0"/>
              </a:p>
              <a:p>
                <a:pPr lvl="1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→ number of latent factors </a:t>
                </a:r>
              </a:p>
              <a:p>
                <a:pPr>
                  <a:buNone/>
                </a:pPr>
                <a:r>
                  <a:rPr lang="en-US" dirty="0"/>
                  <a:t>Each user/item is now a </a:t>
                </a:r>
                <a:r>
                  <a:rPr lang="en-US" b="1" dirty="0"/>
                  <a:t>point in a k-dimensional latent space</a:t>
                </a:r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C3BBA2C-9EDA-3A04-384C-CC436D5076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1123950"/>
                <a:ext cx="5334000" cy="2595198"/>
              </a:xfrm>
              <a:prstGeom prst="rect">
                <a:avLst/>
              </a:prstGeom>
              <a:blipFill>
                <a:blip r:embed="rId2"/>
                <a:stretch>
                  <a:fillRect l="-914" t="-1174" b="-2817"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D7865266-D971-8E4B-BBD9-0E5081DF72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0824" y="2139525"/>
            <a:ext cx="3205975" cy="1194225"/>
          </a:xfrm>
          <a:prstGeom prst="rect">
            <a:avLst/>
          </a:prstGeom>
          <a:noFill/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DDB883F-6CA4-5DA5-CF7A-B70199228829}"/>
              </a:ext>
            </a:extLst>
          </p:cNvPr>
          <p:cNvSpPr txBox="1"/>
          <p:nvPr/>
        </p:nvSpPr>
        <p:spPr>
          <a:xfrm>
            <a:off x="1905000" y="3701791"/>
            <a:ext cx="45855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Latent space is a low-dimensional, hidden space where each object is represented by a vector that captures its underlying characteristics.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1366616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2B927-F27E-1912-32D8-B5C072CA8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904" y="163068"/>
            <a:ext cx="8418191" cy="492443"/>
          </a:xfrm>
        </p:spPr>
        <p:txBody>
          <a:bodyPr/>
          <a:lstStyle/>
          <a:p>
            <a:r>
              <a:rPr lang="en-US" sz="3200" dirty="0"/>
              <a:t>Rating Matrix-Understanding Embedding Vectors</a:t>
            </a:r>
            <a:endParaRPr lang="en-AE" sz="3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997DE4A-61D0-2F13-915B-E7BCE7597C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19413" y="3684640"/>
            <a:ext cx="2209800" cy="830997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embedding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represents a user’s preferences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C3946F-908E-C5BD-63AD-DE8FE3B7D864}"/>
              </a:ext>
            </a:extLst>
          </p:cNvPr>
          <p:cNvSpPr txBox="1"/>
          <p:nvPr/>
        </p:nvSpPr>
        <p:spPr>
          <a:xfrm>
            <a:off x="2362200" y="1274194"/>
            <a:ext cx="5334000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da-DK" dirty="0"/>
              <a:t>Score = user embedding⋅item embedding</a:t>
            </a:r>
            <a:endParaRPr lang="en-A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00A1A6-E640-64A2-EB18-C2BF90A0C302}"/>
              </a:ext>
            </a:extLst>
          </p:cNvPr>
          <p:cNvSpPr txBox="1"/>
          <p:nvPr/>
        </p:nvSpPr>
        <p:spPr>
          <a:xfrm>
            <a:off x="6314789" y="3592307"/>
            <a:ext cx="2382519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item embedding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represents an item’s characteristics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7D2150-1E2D-342F-3B05-BDCFA7080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1408" y="1756218"/>
            <a:ext cx="3205975" cy="1194225"/>
          </a:xfrm>
          <a:prstGeom prst="rect">
            <a:avLst/>
          </a:prstGeom>
          <a:noFill/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BEF2C39-2147-1963-BD24-EF15DC63DD3C}"/>
              </a:ext>
            </a:extLst>
          </p:cNvPr>
          <p:cNvCxnSpPr/>
          <p:nvPr/>
        </p:nvCxnSpPr>
        <p:spPr>
          <a:xfrm flipH="1">
            <a:off x="2743200" y="2724150"/>
            <a:ext cx="1905000" cy="8681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0FA01D5-4907-5260-8BE9-36D0854396C3}"/>
              </a:ext>
            </a:extLst>
          </p:cNvPr>
          <p:cNvCxnSpPr>
            <a:cxnSpLocks/>
          </p:cNvCxnSpPr>
          <p:nvPr/>
        </p:nvCxnSpPr>
        <p:spPr>
          <a:xfrm>
            <a:off x="5562600" y="2670995"/>
            <a:ext cx="1219200" cy="8151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67363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FC708-D06F-F33B-05BA-15C441AEF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E4E7A-CFF5-6B57-7D05-DD4DA0589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904" y="163068"/>
            <a:ext cx="8418191" cy="492443"/>
          </a:xfrm>
        </p:spPr>
        <p:txBody>
          <a:bodyPr/>
          <a:lstStyle/>
          <a:p>
            <a:r>
              <a:rPr lang="en-US" sz="3200" dirty="0"/>
              <a:t>How collaborative filtering handles missing values</a:t>
            </a:r>
            <a:endParaRPr lang="en-AE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1B9772C-B772-AE7A-A70B-1C559E6238CC}"/>
                  </a:ext>
                </a:extLst>
              </p:cNvPr>
              <p:cNvSpPr txBox="1"/>
              <p:nvPr/>
            </p:nvSpPr>
            <p:spPr>
              <a:xfrm>
                <a:off x="609600" y="1117745"/>
                <a:ext cx="5791200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/>
                  <a:t>How a rating is predicted</a:t>
                </a:r>
              </a:p>
              <a:p>
                <a:pPr>
                  <a:buNone/>
                </a:pPr>
                <a:r>
                  <a:rPr lang="en-US" dirty="0"/>
                  <a:t>For user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and item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JO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ar-JO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JO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  <m:sub>
                          <m:r>
                            <a:rPr lang="ar-JO" i="1">
                              <a:latin typeface="Cambria Math" panose="02040503050406030204" pitchFamily="18" charset="0"/>
                            </a:rPr>
                            <m:t>𝑢𝑖</m:t>
                          </m:r>
                        </m:sub>
                      </m:sSub>
                      <m:r>
                        <a:rPr lang="ar-JO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JO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JO" b="1" i="0">
                              <a:latin typeface="Cambria Math" panose="02040503050406030204" pitchFamily="18" charset="0"/>
                            </a:rPr>
                            <m:t>𝐮</m:t>
                          </m:r>
                        </m:e>
                        <m:sub>
                          <m:r>
                            <a:rPr lang="ar-JO" b="0" i="1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ar-JO" b="0" i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ar-JO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JO" b="1" i="0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  <m:sub>
                          <m:r>
                            <a:rPr lang="ar-JO" b="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ar-JO" b="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/>
                  <a:t>Large </a:t>
                </a:r>
                <a:r>
                  <a:rPr lang="en-US" dirty="0"/>
                  <a:t>value → strong preference</a:t>
                </a:r>
              </a:p>
              <a:p>
                <a:pPr>
                  <a:buNone/>
                </a:pPr>
                <a:r>
                  <a:rPr lang="en-AE" dirty="0"/>
                  <a:t>👉 </a:t>
                </a:r>
                <a:r>
                  <a:rPr lang="en-US" dirty="0"/>
                  <a:t>This prediction naturally fills in missing entries </a:t>
                </a:r>
                <a:r>
                  <a:rPr lang="en-US" b="1" dirty="0"/>
                  <a:t>after training</a:t>
                </a:r>
                <a:r>
                  <a:rPr lang="en-US" dirty="0"/>
                  <a:t>.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1B9772C-B772-AE7A-A70B-1C559E6238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117745"/>
                <a:ext cx="5791200" cy="1754326"/>
              </a:xfrm>
              <a:prstGeom prst="rect">
                <a:avLst/>
              </a:prstGeom>
              <a:blipFill>
                <a:blip r:embed="rId2"/>
                <a:stretch>
                  <a:fillRect l="-842" t="-1736" b="-4514"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9352806C-6625-BE94-569D-1CC25FB5063C}"/>
              </a:ext>
            </a:extLst>
          </p:cNvPr>
          <p:cNvSpPr txBox="1"/>
          <p:nvPr/>
        </p:nvSpPr>
        <p:spPr>
          <a:xfrm>
            <a:off x="5008349" y="3379424"/>
            <a:ext cx="3733800" cy="27699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200" dirty="0"/>
              <a:t>Note that missing entries are simply </a:t>
            </a:r>
            <a:r>
              <a:rPr lang="en-US" sz="1200" b="1" dirty="0"/>
              <a:t>not in the training</a:t>
            </a:r>
            <a:endParaRPr lang="en-AE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A53B65-4033-4F78-8E9F-9EF1A025F351}"/>
              </a:ext>
            </a:extLst>
          </p:cNvPr>
          <p:cNvSpPr txBox="1"/>
          <p:nvPr/>
        </p:nvSpPr>
        <p:spPr>
          <a:xfrm>
            <a:off x="386611" y="3780103"/>
            <a:ext cx="45855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Matrix factorization (MF) learns low-dimensional embeddings for users and items by </a:t>
            </a:r>
            <a:r>
              <a:rPr lang="en-US" dirty="0">
                <a:solidFill>
                  <a:srgbClr val="FF0000"/>
                </a:solidFill>
              </a:rPr>
              <a:t>fitting only the observed ratings</a:t>
            </a:r>
            <a:r>
              <a:rPr lang="en-US" dirty="0"/>
              <a:t>, then uses dot products to predict the missing ones.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4C5013F-01D2-36C3-94AC-57A8E4B9947B}"/>
              </a:ext>
            </a:extLst>
          </p:cNvPr>
          <p:cNvCxnSpPr/>
          <p:nvPr/>
        </p:nvCxnSpPr>
        <p:spPr>
          <a:xfrm flipH="1">
            <a:off x="3733800" y="3638550"/>
            <a:ext cx="2438400" cy="838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49556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DAF8E-C483-367B-FD1F-F303C938F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Example</a:t>
            </a:r>
            <a:endParaRPr lang="en-A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60CE1C-97CC-896F-826D-29A657CECA69}"/>
              </a:ext>
            </a:extLst>
          </p:cNvPr>
          <p:cNvSpPr txBox="1"/>
          <p:nvPr/>
        </p:nvSpPr>
        <p:spPr>
          <a:xfrm>
            <a:off x="362904" y="1170363"/>
            <a:ext cx="51996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MF to fill the missing values in the rating matrix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7477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A9EB2E9FB630D499918B8F6CAC84B60" ma:contentTypeVersion="3" ma:contentTypeDescription="Create a new document." ma:contentTypeScope="" ma:versionID="4fd7eb3e58b85baec0fd0cf169f544d9">
  <xsd:schema xmlns:xsd="http://www.w3.org/2001/XMLSchema" xmlns:xs="http://www.w3.org/2001/XMLSchema" xmlns:p="http://schemas.microsoft.com/office/2006/metadata/properties" xmlns:ns2="c974d4e5-f305-4feb-a004-2bd06caf3c2b" targetNamespace="http://schemas.microsoft.com/office/2006/metadata/properties" ma:root="true" ma:fieldsID="ff8484fd76a4646b7414ae59c5a5f383" ns2:_="">
    <xsd:import namespace="c974d4e5-f305-4feb-a004-2bd06caf3c2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74d4e5-f305-4feb-a004-2bd06caf3c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17A9C6E-CBCA-4955-BCFD-6815DF74EC02}"/>
</file>

<file path=customXml/itemProps2.xml><?xml version="1.0" encoding="utf-8"?>
<ds:datastoreItem xmlns:ds="http://schemas.openxmlformats.org/officeDocument/2006/customXml" ds:itemID="{E243C21F-D754-4E82-8BA2-44D451A98FD7}"/>
</file>

<file path=customXml/itemProps3.xml><?xml version="1.0" encoding="utf-8"?>
<ds:datastoreItem xmlns:ds="http://schemas.openxmlformats.org/officeDocument/2006/customXml" ds:itemID="{C67AB291-8EB4-441C-B882-0BBA982B7AA6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1870</TotalTime>
  <Words>619</Words>
  <Application>Microsoft Office PowerPoint</Application>
  <PresentationFormat>On-screen Show (16:9)</PresentationFormat>
  <Paragraphs>65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 Math</vt:lpstr>
      <vt:lpstr>Corbel</vt:lpstr>
      <vt:lpstr>Office Theme</vt:lpstr>
      <vt:lpstr>PowerPoint Presentation</vt:lpstr>
      <vt:lpstr>Recommender Systems</vt:lpstr>
      <vt:lpstr>Recommender Systems</vt:lpstr>
      <vt:lpstr>Two Types of Recommender Systems</vt:lpstr>
      <vt:lpstr>Two Types of Recommender Systems</vt:lpstr>
      <vt:lpstr>Collaborative Filtering</vt:lpstr>
      <vt:lpstr>Rating Matrix</vt:lpstr>
      <vt:lpstr>How collaborative filtering handles missing values</vt:lpstr>
      <vt:lpstr>How collaborative filtering handles missing values</vt:lpstr>
      <vt:lpstr>How collaborative filtering handles missing values</vt:lpstr>
      <vt:lpstr>Rating Matrix-Understanding Embedding Vectors</vt:lpstr>
      <vt:lpstr>How collaborative filtering handles missing values</vt:lpstr>
      <vt:lpstr>Python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 this lesson … Part 1</dc:title>
  <dc:creator>Maha</dc:creator>
  <cp:lastModifiedBy>Maha Saadeh</cp:lastModifiedBy>
  <cp:revision>201</cp:revision>
  <dcterms:created xsi:type="dcterms:W3CDTF">2020-12-02T08:32:33Z</dcterms:created>
  <dcterms:modified xsi:type="dcterms:W3CDTF">2026-02-09T06:36:45Z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2020-11-30T00:00:00Z</vt:filetime>
  </property>
  <property fmtid="{D5CDD505-2E9C-101B-9397-08002B2CF9AE}" pid="3" name="LastSaved">
    <vt:filetime>2020-12-02T00:00:00Z</vt:filetime>
  </property>
  <property fmtid="{D5CDD505-2E9C-101B-9397-08002B2CF9AE}" pid="4" name="ContentTypeId">
    <vt:lpwstr>0x0101003A9EB2E9FB630D499918B8F6CAC84B60</vt:lpwstr>
  </property>
</Properties>
</file>