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410" r:id="rId2"/>
    <p:sldId id="270" r:id="rId3"/>
    <p:sldId id="271" r:id="rId4"/>
    <p:sldId id="268" r:id="rId5"/>
    <p:sldId id="280" r:id="rId6"/>
    <p:sldId id="281" r:id="rId7"/>
    <p:sldId id="285" r:id="rId8"/>
    <p:sldId id="412" r:id="rId9"/>
    <p:sldId id="282" r:id="rId10"/>
    <p:sldId id="283" r:id="rId11"/>
    <p:sldId id="286" r:id="rId12"/>
    <p:sldId id="411" r:id="rId13"/>
    <p:sldId id="413" r:id="rId14"/>
    <p:sldId id="414" r:id="rId15"/>
    <p:sldId id="415" r:id="rId16"/>
    <p:sldId id="416" r:id="rId17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947CE6-9B70-4126-9E06-8A126E4E5ED4}" v="147" dt="2026-01-26T08:00:35.09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588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7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 Saadeh" userId="3cb906ed-5449-4556-905f-2231327ddc1a" providerId="ADAL" clId="{454ED7F6-9BA2-4548-88F5-A2FE5F82DAC2}"/>
    <pc:docChg chg="undo custSel addSld delSld modSld">
      <pc:chgData name="Maha Saadeh" userId="3cb906ed-5449-4556-905f-2231327ddc1a" providerId="ADAL" clId="{454ED7F6-9BA2-4548-88F5-A2FE5F82DAC2}" dt="2026-01-26T08:01:08.873" v="1072" actId="207"/>
      <pc:docMkLst>
        <pc:docMk/>
      </pc:docMkLst>
      <pc:sldChg chg="del">
        <pc:chgData name="Maha Saadeh" userId="3cb906ed-5449-4556-905f-2231327ddc1a" providerId="ADAL" clId="{454ED7F6-9BA2-4548-88F5-A2FE5F82DAC2}" dt="2026-01-25T11:11:30.425" v="82" actId="47"/>
        <pc:sldMkLst>
          <pc:docMk/>
          <pc:sldMk cId="0" sldId="262"/>
        </pc:sldMkLst>
      </pc:sldChg>
      <pc:sldChg chg="modSp del mod">
        <pc:chgData name="Maha Saadeh" userId="3cb906ed-5449-4556-905f-2231327ddc1a" providerId="ADAL" clId="{454ED7F6-9BA2-4548-88F5-A2FE5F82DAC2}" dt="2026-01-25T11:10:17.379" v="59" actId="47"/>
        <pc:sldMkLst>
          <pc:docMk/>
          <pc:sldMk cId="1480622738" sldId="267"/>
        </pc:sldMkLst>
        <pc:spChg chg="mod">
          <ac:chgData name="Maha Saadeh" userId="3cb906ed-5449-4556-905f-2231327ddc1a" providerId="ADAL" clId="{454ED7F6-9BA2-4548-88F5-A2FE5F82DAC2}" dt="2026-01-25T11:09:43.484" v="5" actId="20577"/>
          <ac:spMkLst>
            <pc:docMk/>
            <pc:sldMk cId="1480622738" sldId="267"/>
            <ac:spMk id="2" creationId="{B0F5EC4F-E041-4D19-9BE3-EAC6D4751A26}"/>
          </ac:spMkLst>
        </pc:spChg>
      </pc:sldChg>
      <pc:sldChg chg="modSp add del mod">
        <pc:chgData name="Maha Saadeh" userId="3cb906ed-5449-4556-905f-2231327ddc1a" providerId="ADAL" clId="{454ED7F6-9BA2-4548-88F5-A2FE5F82DAC2}" dt="2026-01-25T11:10:52.899" v="81" actId="20577"/>
        <pc:sldMkLst>
          <pc:docMk/>
          <pc:sldMk cId="3053549782" sldId="268"/>
        </pc:sldMkLst>
        <pc:spChg chg="mod">
          <ac:chgData name="Maha Saadeh" userId="3cb906ed-5449-4556-905f-2231327ddc1a" providerId="ADAL" clId="{454ED7F6-9BA2-4548-88F5-A2FE5F82DAC2}" dt="2026-01-25T11:10:52.899" v="81" actId="20577"/>
          <ac:spMkLst>
            <pc:docMk/>
            <pc:sldMk cId="3053549782" sldId="268"/>
            <ac:spMk id="2" creationId="{00000000-0000-0000-0000-000000000000}"/>
          </ac:spMkLst>
        </pc:spChg>
      </pc:sldChg>
      <pc:sldChg chg="del">
        <pc:chgData name="Maha Saadeh" userId="3cb906ed-5449-4556-905f-2231327ddc1a" providerId="ADAL" clId="{454ED7F6-9BA2-4548-88F5-A2FE5F82DAC2}" dt="2026-01-26T07:27:39.827" v="748" actId="47"/>
        <pc:sldMkLst>
          <pc:docMk/>
          <pc:sldMk cId="3609571540" sldId="269"/>
        </pc:sldMkLst>
      </pc:sldChg>
      <pc:sldChg chg="del">
        <pc:chgData name="Maha Saadeh" userId="3cb906ed-5449-4556-905f-2231327ddc1a" providerId="ADAL" clId="{454ED7F6-9BA2-4548-88F5-A2FE5F82DAC2}" dt="2026-01-25T11:11:31.103" v="83" actId="47"/>
        <pc:sldMkLst>
          <pc:docMk/>
          <pc:sldMk cId="0" sldId="275"/>
        </pc:sldMkLst>
      </pc:sldChg>
      <pc:sldChg chg="del">
        <pc:chgData name="Maha Saadeh" userId="3cb906ed-5449-4556-905f-2231327ddc1a" providerId="ADAL" clId="{454ED7F6-9BA2-4548-88F5-A2FE5F82DAC2}" dt="2026-01-25T11:11:31.744" v="84" actId="47"/>
        <pc:sldMkLst>
          <pc:docMk/>
          <pc:sldMk cId="0" sldId="276"/>
        </pc:sldMkLst>
      </pc:sldChg>
      <pc:sldChg chg="del">
        <pc:chgData name="Maha Saadeh" userId="3cb906ed-5449-4556-905f-2231327ddc1a" providerId="ADAL" clId="{454ED7F6-9BA2-4548-88F5-A2FE5F82DAC2}" dt="2026-01-25T11:11:32.288" v="85" actId="47"/>
        <pc:sldMkLst>
          <pc:docMk/>
          <pc:sldMk cId="0" sldId="277"/>
        </pc:sldMkLst>
      </pc:sldChg>
      <pc:sldChg chg="del">
        <pc:chgData name="Maha Saadeh" userId="3cb906ed-5449-4556-905f-2231327ddc1a" providerId="ADAL" clId="{454ED7F6-9BA2-4548-88F5-A2FE5F82DAC2}" dt="2026-01-25T11:11:32.770" v="86" actId="47"/>
        <pc:sldMkLst>
          <pc:docMk/>
          <pc:sldMk cId="0" sldId="278"/>
        </pc:sldMkLst>
      </pc:sldChg>
      <pc:sldChg chg="del">
        <pc:chgData name="Maha Saadeh" userId="3cb906ed-5449-4556-905f-2231327ddc1a" providerId="ADAL" clId="{454ED7F6-9BA2-4548-88F5-A2FE5F82DAC2}" dt="2026-01-25T11:11:32.964" v="87" actId="47"/>
        <pc:sldMkLst>
          <pc:docMk/>
          <pc:sldMk cId="0" sldId="279"/>
        </pc:sldMkLst>
      </pc:sldChg>
      <pc:sldChg chg="addSp delSp modSp mod">
        <pc:chgData name="Maha Saadeh" userId="3cb906ed-5449-4556-905f-2231327ddc1a" providerId="ADAL" clId="{454ED7F6-9BA2-4548-88F5-A2FE5F82DAC2}" dt="2026-01-26T07:30:31.952" v="772" actId="14100"/>
        <pc:sldMkLst>
          <pc:docMk/>
          <pc:sldMk cId="3623688640" sldId="281"/>
        </pc:sldMkLst>
        <pc:spChg chg="mod">
          <ac:chgData name="Maha Saadeh" userId="3cb906ed-5449-4556-905f-2231327ddc1a" providerId="ADAL" clId="{454ED7F6-9BA2-4548-88F5-A2FE5F82DAC2}" dt="2026-01-26T07:30:31.952" v="772" actId="14100"/>
          <ac:spMkLst>
            <pc:docMk/>
            <pc:sldMk cId="3623688640" sldId="281"/>
            <ac:spMk id="3" creationId="{6ABEE1B9-9278-46C1-BF64-D85FE953FE0D}"/>
          </ac:spMkLst>
        </pc:spChg>
        <pc:spChg chg="add del mod">
          <ac:chgData name="Maha Saadeh" userId="3cb906ed-5449-4556-905f-2231327ddc1a" providerId="ADAL" clId="{454ED7F6-9BA2-4548-88F5-A2FE5F82DAC2}" dt="2026-01-26T07:30:22.402" v="770" actId="478"/>
          <ac:spMkLst>
            <pc:docMk/>
            <pc:sldMk cId="3623688640" sldId="281"/>
            <ac:spMk id="5" creationId="{2E504694-BBAC-A975-CEDB-DE23428FE096}"/>
          </ac:spMkLst>
        </pc:spChg>
        <pc:picChg chg="del">
          <ac:chgData name="Maha Saadeh" userId="3cb906ed-5449-4556-905f-2231327ddc1a" providerId="ADAL" clId="{454ED7F6-9BA2-4548-88F5-A2FE5F82DAC2}" dt="2026-01-26T07:30:28.963" v="771" actId="478"/>
          <ac:picMkLst>
            <pc:docMk/>
            <pc:sldMk cId="3623688640" sldId="281"/>
            <ac:picMk id="4" creationId="{6D9A2C92-AA2B-4441-A231-FC128BE20D3E}"/>
          </ac:picMkLst>
        </pc:picChg>
      </pc:sldChg>
      <pc:sldChg chg="del">
        <pc:chgData name="Maha Saadeh" userId="3cb906ed-5449-4556-905f-2231327ddc1a" providerId="ADAL" clId="{454ED7F6-9BA2-4548-88F5-A2FE5F82DAC2}" dt="2026-01-25T11:11:35.654" v="99" actId="47"/>
        <pc:sldMkLst>
          <pc:docMk/>
          <pc:sldMk cId="0" sldId="284"/>
        </pc:sldMkLst>
      </pc:sldChg>
      <pc:sldChg chg="addSp modSp mod">
        <pc:chgData name="Maha Saadeh" userId="3cb906ed-5449-4556-905f-2231327ddc1a" providerId="ADAL" clId="{454ED7F6-9BA2-4548-88F5-A2FE5F82DAC2}" dt="2026-01-26T07:30:10.953" v="767" actId="255"/>
        <pc:sldMkLst>
          <pc:docMk/>
          <pc:sldMk cId="1722727947" sldId="285"/>
        </pc:sldMkLst>
        <pc:spChg chg="add mod">
          <ac:chgData name="Maha Saadeh" userId="3cb906ed-5449-4556-905f-2231327ddc1a" providerId="ADAL" clId="{454ED7F6-9BA2-4548-88F5-A2FE5F82DAC2}" dt="2026-01-26T07:30:10.953" v="767" actId="255"/>
          <ac:spMkLst>
            <pc:docMk/>
            <pc:sldMk cId="1722727947" sldId="285"/>
            <ac:spMk id="4" creationId="{C84FA071-49A6-6C18-B48C-467EB4FF34DD}"/>
          </ac:spMkLst>
        </pc:spChg>
        <pc:spChg chg="add mod">
          <ac:chgData name="Maha Saadeh" userId="3cb906ed-5449-4556-905f-2231327ddc1a" providerId="ADAL" clId="{454ED7F6-9BA2-4548-88F5-A2FE5F82DAC2}" dt="2026-01-26T07:30:10.953" v="767" actId="255"/>
          <ac:spMkLst>
            <pc:docMk/>
            <pc:sldMk cId="1722727947" sldId="285"/>
            <ac:spMk id="5" creationId="{B3BA676E-3B7F-4B5C-EBEA-8B4034309B29}"/>
          </ac:spMkLst>
        </pc:spChg>
        <pc:spChg chg="add mod">
          <ac:chgData name="Maha Saadeh" userId="3cb906ed-5449-4556-905f-2231327ddc1a" providerId="ADAL" clId="{454ED7F6-9BA2-4548-88F5-A2FE5F82DAC2}" dt="2026-01-26T07:30:10.953" v="767" actId="255"/>
          <ac:spMkLst>
            <pc:docMk/>
            <pc:sldMk cId="1722727947" sldId="285"/>
            <ac:spMk id="6" creationId="{982694F8-1AE8-27E8-923A-CB8A5E1B897A}"/>
          </ac:spMkLst>
        </pc:spChg>
        <pc:spChg chg="add mod">
          <ac:chgData name="Maha Saadeh" userId="3cb906ed-5449-4556-905f-2231327ddc1a" providerId="ADAL" clId="{454ED7F6-9BA2-4548-88F5-A2FE5F82DAC2}" dt="2026-01-26T07:30:10.953" v="767" actId="255"/>
          <ac:spMkLst>
            <pc:docMk/>
            <pc:sldMk cId="1722727947" sldId="285"/>
            <ac:spMk id="7" creationId="{7614CA35-F48F-FD56-C5F8-F0DB537A75B2}"/>
          </ac:spMkLst>
        </pc:spChg>
        <pc:spChg chg="add mod">
          <ac:chgData name="Maha Saadeh" userId="3cb906ed-5449-4556-905f-2231327ddc1a" providerId="ADAL" clId="{454ED7F6-9BA2-4548-88F5-A2FE5F82DAC2}" dt="2026-01-26T07:30:10.953" v="767" actId="255"/>
          <ac:spMkLst>
            <pc:docMk/>
            <pc:sldMk cId="1722727947" sldId="285"/>
            <ac:spMk id="8" creationId="{29F5FDD3-E954-DCEB-4748-127D1D3237BD}"/>
          </ac:spMkLst>
        </pc:spChg>
      </pc:sldChg>
      <pc:sldChg chg="modSp mod">
        <pc:chgData name="Maha Saadeh" userId="3cb906ed-5449-4556-905f-2231327ddc1a" providerId="ADAL" clId="{454ED7F6-9BA2-4548-88F5-A2FE5F82DAC2}" dt="2026-01-25T11:12:15.509" v="146" actId="20577"/>
        <pc:sldMkLst>
          <pc:docMk/>
          <pc:sldMk cId="4072903959" sldId="286"/>
        </pc:sldMkLst>
        <pc:spChg chg="mod">
          <ac:chgData name="Maha Saadeh" userId="3cb906ed-5449-4556-905f-2231327ddc1a" providerId="ADAL" clId="{454ED7F6-9BA2-4548-88F5-A2FE5F82DAC2}" dt="2026-01-25T11:12:15.509" v="146" actId="20577"/>
          <ac:spMkLst>
            <pc:docMk/>
            <pc:sldMk cId="4072903959" sldId="286"/>
            <ac:spMk id="2" creationId="{2FF86D0D-7FA0-4770-A212-37012AF85F46}"/>
          </ac:spMkLst>
        </pc:spChg>
      </pc:sldChg>
      <pc:sldChg chg="modSp del mod">
        <pc:chgData name="Maha Saadeh" userId="3cb906ed-5449-4556-905f-2231327ddc1a" providerId="ADAL" clId="{454ED7F6-9BA2-4548-88F5-A2FE5F82DAC2}" dt="2026-01-25T11:12:39.969" v="154" actId="47"/>
        <pc:sldMkLst>
          <pc:docMk/>
          <pc:sldMk cId="2006094517" sldId="287"/>
        </pc:sldMkLst>
        <pc:spChg chg="mod">
          <ac:chgData name="Maha Saadeh" userId="3cb906ed-5449-4556-905f-2231327ddc1a" providerId="ADAL" clId="{454ED7F6-9BA2-4548-88F5-A2FE5F82DAC2}" dt="2026-01-25T11:12:26.821" v="153" actId="20577"/>
          <ac:spMkLst>
            <pc:docMk/>
            <pc:sldMk cId="2006094517" sldId="287"/>
            <ac:spMk id="2" creationId="{2FF86D0D-7FA0-4770-A212-37012AF85F46}"/>
          </ac:spMkLst>
        </pc:spChg>
      </pc:sldChg>
      <pc:sldChg chg="del">
        <pc:chgData name="Maha Saadeh" userId="3cb906ed-5449-4556-905f-2231327ddc1a" providerId="ADAL" clId="{454ED7F6-9BA2-4548-88F5-A2FE5F82DAC2}" dt="2026-01-25T11:11:39.007" v="112" actId="47"/>
        <pc:sldMkLst>
          <pc:docMk/>
          <pc:sldMk cId="0" sldId="295"/>
        </pc:sldMkLst>
      </pc:sldChg>
      <pc:sldChg chg="del">
        <pc:chgData name="Maha Saadeh" userId="3cb906ed-5449-4556-905f-2231327ddc1a" providerId="ADAL" clId="{454ED7F6-9BA2-4548-88F5-A2FE5F82DAC2}" dt="2026-01-25T11:11:41.680" v="115" actId="47"/>
        <pc:sldMkLst>
          <pc:docMk/>
          <pc:sldMk cId="0" sldId="296"/>
        </pc:sldMkLst>
      </pc:sldChg>
      <pc:sldChg chg="del">
        <pc:chgData name="Maha Saadeh" userId="3cb906ed-5449-4556-905f-2231327ddc1a" providerId="ADAL" clId="{454ED7F6-9BA2-4548-88F5-A2FE5F82DAC2}" dt="2026-01-25T11:11:36.047" v="101" actId="47"/>
        <pc:sldMkLst>
          <pc:docMk/>
          <pc:sldMk cId="1355109462" sldId="298"/>
        </pc:sldMkLst>
      </pc:sldChg>
      <pc:sldChg chg="del">
        <pc:chgData name="Maha Saadeh" userId="3cb906ed-5449-4556-905f-2231327ddc1a" providerId="ADAL" clId="{454ED7F6-9BA2-4548-88F5-A2FE5F82DAC2}" dt="2026-01-25T11:11:38.285" v="111" actId="47"/>
        <pc:sldMkLst>
          <pc:docMk/>
          <pc:sldMk cId="0" sldId="299"/>
        </pc:sldMkLst>
      </pc:sldChg>
      <pc:sldChg chg="del">
        <pc:chgData name="Maha Saadeh" userId="3cb906ed-5449-4556-905f-2231327ddc1a" providerId="ADAL" clId="{454ED7F6-9BA2-4548-88F5-A2FE5F82DAC2}" dt="2026-01-25T11:11:44.246" v="126" actId="47"/>
        <pc:sldMkLst>
          <pc:docMk/>
          <pc:sldMk cId="0" sldId="300"/>
        </pc:sldMkLst>
      </pc:sldChg>
      <pc:sldChg chg="del">
        <pc:chgData name="Maha Saadeh" userId="3cb906ed-5449-4556-905f-2231327ddc1a" providerId="ADAL" clId="{454ED7F6-9BA2-4548-88F5-A2FE5F82DAC2}" dt="2026-01-25T11:11:44.895" v="127" actId="47"/>
        <pc:sldMkLst>
          <pc:docMk/>
          <pc:sldMk cId="0" sldId="301"/>
        </pc:sldMkLst>
      </pc:sldChg>
      <pc:sldChg chg="del">
        <pc:chgData name="Maha Saadeh" userId="3cb906ed-5449-4556-905f-2231327ddc1a" providerId="ADAL" clId="{454ED7F6-9BA2-4548-88F5-A2FE5F82DAC2}" dt="2026-01-25T11:11:45.554" v="128" actId="47"/>
        <pc:sldMkLst>
          <pc:docMk/>
          <pc:sldMk cId="0" sldId="309"/>
        </pc:sldMkLst>
      </pc:sldChg>
      <pc:sldChg chg="del">
        <pc:chgData name="Maha Saadeh" userId="3cb906ed-5449-4556-905f-2231327ddc1a" providerId="ADAL" clId="{454ED7F6-9BA2-4548-88F5-A2FE5F82DAC2}" dt="2026-01-25T11:10:20.266" v="60" actId="47"/>
        <pc:sldMkLst>
          <pc:docMk/>
          <pc:sldMk cId="3925695137" sldId="337"/>
        </pc:sldMkLst>
      </pc:sldChg>
      <pc:sldChg chg="del">
        <pc:chgData name="Maha Saadeh" userId="3cb906ed-5449-4556-905f-2231327ddc1a" providerId="ADAL" clId="{454ED7F6-9BA2-4548-88F5-A2FE5F82DAC2}" dt="2026-01-25T11:11:33.158" v="88" actId="47"/>
        <pc:sldMkLst>
          <pc:docMk/>
          <pc:sldMk cId="2633615093" sldId="338"/>
        </pc:sldMkLst>
      </pc:sldChg>
      <pc:sldChg chg="del">
        <pc:chgData name="Maha Saadeh" userId="3cb906ed-5449-4556-905f-2231327ddc1a" providerId="ADAL" clId="{454ED7F6-9BA2-4548-88F5-A2FE5F82DAC2}" dt="2026-01-25T11:11:33.336" v="89" actId="47"/>
        <pc:sldMkLst>
          <pc:docMk/>
          <pc:sldMk cId="3540449751" sldId="339"/>
        </pc:sldMkLst>
      </pc:sldChg>
      <pc:sldChg chg="del">
        <pc:chgData name="Maha Saadeh" userId="3cb906ed-5449-4556-905f-2231327ddc1a" providerId="ADAL" clId="{454ED7F6-9BA2-4548-88F5-A2FE5F82DAC2}" dt="2026-01-25T11:11:33.578" v="90" actId="47"/>
        <pc:sldMkLst>
          <pc:docMk/>
          <pc:sldMk cId="0" sldId="340"/>
        </pc:sldMkLst>
      </pc:sldChg>
      <pc:sldChg chg="del">
        <pc:chgData name="Maha Saadeh" userId="3cb906ed-5449-4556-905f-2231327ddc1a" providerId="ADAL" clId="{454ED7F6-9BA2-4548-88F5-A2FE5F82DAC2}" dt="2026-01-25T11:11:34.292" v="92" actId="47"/>
        <pc:sldMkLst>
          <pc:docMk/>
          <pc:sldMk cId="0" sldId="345"/>
        </pc:sldMkLst>
      </pc:sldChg>
      <pc:sldChg chg="del">
        <pc:chgData name="Maha Saadeh" userId="3cb906ed-5449-4556-905f-2231327ddc1a" providerId="ADAL" clId="{454ED7F6-9BA2-4548-88F5-A2FE5F82DAC2}" dt="2026-01-25T11:11:43.153" v="122" actId="47"/>
        <pc:sldMkLst>
          <pc:docMk/>
          <pc:sldMk cId="1282706652" sldId="353"/>
        </pc:sldMkLst>
      </pc:sldChg>
      <pc:sldChg chg="del">
        <pc:chgData name="Maha Saadeh" userId="3cb906ed-5449-4556-905f-2231327ddc1a" providerId="ADAL" clId="{454ED7F6-9BA2-4548-88F5-A2FE5F82DAC2}" dt="2026-01-25T11:11:35.454" v="98" actId="47"/>
        <pc:sldMkLst>
          <pc:docMk/>
          <pc:sldMk cId="0" sldId="358"/>
        </pc:sldMkLst>
      </pc:sldChg>
      <pc:sldChg chg="del">
        <pc:chgData name="Maha Saadeh" userId="3cb906ed-5449-4556-905f-2231327ddc1a" providerId="ADAL" clId="{454ED7F6-9BA2-4548-88F5-A2FE5F82DAC2}" dt="2026-01-25T11:11:35.850" v="100" actId="47"/>
        <pc:sldMkLst>
          <pc:docMk/>
          <pc:sldMk cId="0" sldId="359"/>
        </pc:sldMkLst>
      </pc:sldChg>
      <pc:sldChg chg="del">
        <pc:chgData name="Maha Saadeh" userId="3cb906ed-5449-4556-905f-2231327ddc1a" providerId="ADAL" clId="{454ED7F6-9BA2-4548-88F5-A2FE5F82DAC2}" dt="2026-01-25T11:11:36.235" v="102" actId="47"/>
        <pc:sldMkLst>
          <pc:docMk/>
          <pc:sldMk cId="0" sldId="360"/>
        </pc:sldMkLst>
      </pc:sldChg>
      <pc:sldChg chg="del">
        <pc:chgData name="Maha Saadeh" userId="3cb906ed-5449-4556-905f-2231327ddc1a" providerId="ADAL" clId="{454ED7F6-9BA2-4548-88F5-A2FE5F82DAC2}" dt="2026-01-25T11:11:36.413" v="103" actId="47"/>
        <pc:sldMkLst>
          <pc:docMk/>
          <pc:sldMk cId="0" sldId="361"/>
        </pc:sldMkLst>
      </pc:sldChg>
      <pc:sldChg chg="del">
        <pc:chgData name="Maha Saadeh" userId="3cb906ed-5449-4556-905f-2231327ddc1a" providerId="ADAL" clId="{454ED7F6-9BA2-4548-88F5-A2FE5F82DAC2}" dt="2026-01-25T11:11:42.935" v="121" actId="47"/>
        <pc:sldMkLst>
          <pc:docMk/>
          <pc:sldMk cId="3180782603" sldId="362"/>
        </pc:sldMkLst>
      </pc:sldChg>
      <pc:sldChg chg="del">
        <pc:chgData name="Maha Saadeh" userId="3cb906ed-5449-4556-905f-2231327ddc1a" providerId="ADAL" clId="{454ED7F6-9BA2-4548-88F5-A2FE5F82DAC2}" dt="2026-01-25T11:11:41.474" v="114" actId="47"/>
        <pc:sldMkLst>
          <pc:docMk/>
          <pc:sldMk cId="282115523" sldId="363"/>
        </pc:sldMkLst>
      </pc:sldChg>
      <pc:sldChg chg="del">
        <pc:chgData name="Maha Saadeh" userId="3cb906ed-5449-4556-905f-2231327ddc1a" providerId="ADAL" clId="{454ED7F6-9BA2-4548-88F5-A2FE5F82DAC2}" dt="2026-01-25T11:11:41.253" v="113" actId="47"/>
        <pc:sldMkLst>
          <pc:docMk/>
          <pc:sldMk cId="1086396214" sldId="364"/>
        </pc:sldMkLst>
      </pc:sldChg>
      <pc:sldChg chg="del">
        <pc:chgData name="Maha Saadeh" userId="3cb906ed-5449-4556-905f-2231327ddc1a" providerId="ADAL" clId="{454ED7F6-9BA2-4548-88F5-A2FE5F82DAC2}" dt="2026-01-25T11:11:42.411" v="118" actId="47"/>
        <pc:sldMkLst>
          <pc:docMk/>
          <pc:sldMk cId="584298039" sldId="366"/>
        </pc:sldMkLst>
      </pc:sldChg>
      <pc:sldChg chg="del">
        <pc:chgData name="Maha Saadeh" userId="3cb906ed-5449-4556-905f-2231327ddc1a" providerId="ADAL" clId="{454ED7F6-9BA2-4548-88F5-A2FE5F82DAC2}" dt="2026-01-25T11:11:36.947" v="104" actId="47"/>
        <pc:sldMkLst>
          <pc:docMk/>
          <pc:sldMk cId="292232212" sldId="368"/>
        </pc:sldMkLst>
      </pc:sldChg>
      <pc:sldChg chg="del">
        <pc:chgData name="Maha Saadeh" userId="3cb906ed-5449-4556-905f-2231327ddc1a" providerId="ADAL" clId="{454ED7F6-9BA2-4548-88F5-A2FE5F82DAC2}" dt="2026-01-25T11:11:37.158" v="105" actId="47"/>
        <pc:sldMkLst>
          <pc:docMk/>
          <pc:sldMk cId="2537168121" sldId="374"/>
        </pc:sldMkLst>
      </pc:sldChg>
      <pc:sldChg chg="del">
        <pc:chgData name="Maha Saadeh" userId="3cb906ed-5449-4556-905f-2231327ddc1a" providerId="ADAL" clId="{454ED7F6-9BA2-4548-88F5-A2FE5F82DAC2}" dt="2026-01-25T11:11:37.330" v="106" actId="47"/>
        <pc:sldMkLst>
          <pc:docMk/>
          <pc:sldMk cId="2720489847" sldId="375"/>
        </pc:sldMkLst>
      </pc:sldChg>
      <pc:sldChg chg="del">
        <pc:chgData name="Maha Saadeh" userId="3cb906ed-5449-4556-905f-2231327ddc1a" providerId="ADAL" clId="{454ED7F6-9BA2-4548-88F5-A2FE5F82DAC2}" dt="2026-01-25T11:11:37.524" v="107" actId="47"/>
        <pc:sldMkLst>
          <pc:docMk/>
          <pc:sldMk cId="391851423" sldId="376"/>
        </pc:sldMkLst>
      </pc:sldChg>
      <pc:sldChg chg="del">
        <pc:chgData name="Maha Saadeh" userId="3cb906ed-5449-4556-905f-2231327ddc1a" providerId="ADAL" clId="{454ED7F6-9BA2-4548-88F5-A2FE5F82DAC2}" dt="2026-01-25T11:11:37.711" v="108" actId="47"/>
        <pc:sldMkLst>
          <pc:docMk/>
          <pc:sldMk cId="1203214093" sldId="377"/>
        </pc:sldMkLst>
      </pc:sldChg>
      <pc:sldChg chg="del">
        <pc:chgData name="Maha Saadeh" userId="3cb906ed-5449-4556-905f-2231327ddc1a" providerId="ADAL" clId="{454ED7F6-9BA2-4548-88F5-A2FE5F82DAC2}" dt="2026-01-25T11:11:37.895" v="109" actId="47"/>
        <pc:sldMkLst>
          <pc:docMk/>
          <pc:sldMk cId="2519347382" sldId="378"/>
        </pc:sldMkLst>
      </pc:sldChg>
      <pc:sldChg chg="del">
        <pc:chgData name="Maha Saadeh" userId="3cb906ed-5449-4556-905f-2231327ddc1a" providerId="ADAL" clId="{454ED7F6-9BA2-4548-88F5-A2FE5F82DAC2}" dt="2026-01-25T11:11:38.076" v="110" actId="47"/>
        <pc:sldMkLst>
          <pc:docMk/>
          <pc:sldMk cId="1397790581" sldId="379"/>
        </pc:sldMkLst>
      </pc:sldChg>
      <pc:sldChg chg="del">
        <pc:chgData name="Maha Saadeh" userId="3cb906ed-5449-4556-905f-2231327ddc1a" providerId="ADAL" clId="{454ED7F6-9BA2-4548-88F5-A2FE5F82DAC2}" dt="2026-01-25T11:11:41.887" v="116" actId="47"/>
        <pc:sldMkLst>
          <pc:docMk/>
          <pc:sldMk cId="1861305515" sldId="380"/>
        </pc:sldMkLst>
      </pc:sldChg>
      <pc:sldChg chg="del">
        <pc:chgData name="Maha Saadeh" userId="3cb906ed-5449-4556-905f-2231327ddc1a" providerId="ADAL" clId="{454ED7F6-9BA2-4548-88F5-A2FE5F82DAC2}" dt="2026-01-25T11:11:42.125" v="117" actId="47"/>
        <pc:sldMkLst>
          <pc:docMk/>
          <pc:sldMk cId="1906040199" sldId="381"/>
        </pc:sldMkLst>
      </pc:sldChg>
      <pc:sldChg chg="del">
        <pc:chgData name="Maha Saadeh" userId="3cb906ed-5449-4556-905f-2231327ddc1a" providerId="ADAL" clId="{454ED7F6-9BA2-4548-88F5-A2FE5F82DAC2}" dt="2026-01-25T11:11:42.619" v="119" actId="47"/>
        <pc:sldMkLst>
          <pc:docMk/>
          <pc:sldMk cId="1361927946" sldId="382"/>
        </pc:sldMkLst>
      </pc:sldChg>
      <pc:sldChg chg="del">
        <pc:chgData name="Maha Saadeh" userId="3cb906ed-5449-4556-905f-2231327ddc1a" providerId="ADAL" clId="{454ED7F6-9BA2-4548-88F5-A2FE5F82DAC2}" dt="2026-01-25T11:11:42.792" v="120" actId="47"/>
        <pc:sldMkLst>
          <pc:docMk/>
          <pc:sldMk cId="2753178624" sldId="383"/>
        </pc:sldMkLst>
      </pc:sldChg>
      <pc:sldChg chg="del">
        <pc:chgData name="Maha Saadeh" userId="3cb906ed-5449-4556-905f-2231327ddc1a" providerId="ADAL" clId="{454ED7F6-9BA2-4548-88F5-A2FE5F82DAC2}" dt="2026-01-25T11:11:43.671" v="123" actId="47"/>
        <pc:sldMkLst>
          <pc:docMk/>
          <pc:sldMk cId="3970561200" sldId="384"/>
        </pc:sldMkLst>
      </pc:sldChg>
      <pc:sldChg chg="del">
        <pc:chgData name="Maha Saadeh" userId="3cb906ed-5449-4556-905f-2231327ddc1a" providerId="ADAL" clId="{454ED7F6-9BA2-4548-88F5-A2FE5F82DAC2}" dt="2026-01-25T11:11:43.863" v="124" actId="47"/>
        <pc:sldMkLst>
          <pc:docMk/>
          <pc:sldMk cId="2652236671" sldId="385"/>
        </pc:sldMkLst>
      </pc:sldChg>
      <pc:sldChg chg="del">
        <pc:chgData name="Maha Saadeh" userId="3cb906ed-5449-4556-905f-2231327ddc1a" providerId="ADAL" clId="{454ED7F6-9BA2-4548-88F5-A2FE5F82DAC2}" dt="2026-01-25T11:11:44.055" v="125" actId="47"/>
        <pc:sldMkLst>
          <pc:docMk/>
          <pc:sldMk cId="3444139869" sldId="386"/>
        </pc:sldMkLst>
      </pc:sldChg>
      <pc:sldChg chg="del">
        <pc:chgData name="Maha Saadeh" userId="3cb906ed-5449-4556-905f-2231327ddc1a" providerId="ADAL" clId="{454ED7F6-9BA2-4548-88F5-A2FE5F82DAC2}" dt="2026-01-25T11:11:34.091" v="91" actId="47"/>
        <pc:sldMkLst>
          <pc:docMk/>
          <pc:sldMk cId="87860798" sldId="387"/>
        </pc:sldMkLst>
      </pc:sldChg>
      <pc:sldChg chg="del">
        <pc:chgData name="Maha Saadeh" userId="3cb906ed-5449-4556-905f-2231327ddc1a" providerId="ADAL" clId="{454ED7F6-9BA2-4548-88F5-A2FE5F82DAC2}" dt="2026-01-25T11:11:34.497" v="93" actId="47"/>
        <pc:sldMkLst>
          <pc:docMk/>
          <pc:sldMk cId="3573598103" sldId="388"/>
        </pc:sldMkLst>
      </pc:sldChg>
      <pc:sldChg chg="del">
        <pc:chgData name="Maha Saadeh" userId="3cb906ed-5449-4556-905f-2231327ddc1a" providerId="ADAL" clId="{454ED7F6-9BA2-4548-88F5-A2FE5F82DAC2}" dt="2026-01-25T11:11:34.685" v="94" actId="47"/>
        <pc:sldMkLst>
          <pc:docMk/>
          <pc:sldMk cId="3225566326" sldId="391"/>
        </pc:sldMkLst>
      </pc:sldChg>
      <pc:sldChg chg="del">
        <pc:chgData name="Maha Saadeh" userId="3cb906ed-5449-4556-905f-2231327ddc1a" providerId="ADAL" clId="{454ED7F6-9BA2-4548-88F5-A2FE5F82DAC2}" dt="2026-01-25T11:11:34.874" v="95" actId="47"/>
        <pc:sldMkLst>
          <pc:docMk/>
          <pc:sldMk cId="2348400974" sldId="392"/>
        </pc:sldMkLst>
      </pc:sldChg>
      <pc:sldChg chg="del">
        <pc:chgData name="Maha Saadeh" userId="3cb906ed-5449-4556-905f-2231327ddc1a" providerId="ADAL" clId="{454ED7F6-9BA2-4548-88F5-A2FE5F82DAC2}" dt="2026-01-25T11:11:35.079" v="96" actId="47"/>
        <pc:sldMkLst>
          <pc:docMk/>
          <pc:sldMk cId="134291227" sldId="393"/>
        </pc:sldMkLst>
      </pc:sldChg>
      <pc:sldChg chg="del">
        <pc:chgData name="Maha Saadeh" userId="3cb906ed-5449-4556-905f-2231327ddc1a" providerId="ADAL" clId="{454ED7F6-9BA2-4548-88F5-A2FE5F82DAC2}" dt="2026-01-25T11:11:35.268" v="97" actId="47"/>
        <pc:sldMkLst>
          <pc:docMk/>
          <pc:sldMk cId="4008200895" sldId="394"/>
        </pc:sldMkLst>
      </pc:sldChg>
      <pc:sldChg chg="del">
        <pc:chgData name="Maha Saadeh" userId="3cb906ed-5449-4556-905f-2231327ddc1a" providerId="ADAL" clId="{454ED7F6-9BA2-4548-88F5-A2FE5F82DAC2}" dt="2026-01-25T11:11:46.856" v="130" actId="47"/>
        <pc:sldMkLst>
          <pc:docMk/>
          <pc:sldMk cId="0" sldId="395"/>
        </pc:sldMkLst>
      </pc:sldChg>
      <pc:sldChg chg="del">
        <pc:chgData name="Maha Saadeh" userId="3cb906ed-5449-4556-905f-2231327ddc1a" providerId="ADAL" clId="{454ED7F6-9BA2-4548-88F5-A2FE5F82DAC2}" dt="2026-01-25T11:11:47.291" v="131" actId="47"/>
        <pc:sldMkLst>
          <pc:docMk/>
          <pc:sldMk cId="0" sldId="396"/>
        </pc:sldMkLst>
      </pc:sldChg>
      <pc:sldChg chg="del">
        <pc:chgData name="Maha Saadeh" userId="3cb906ed-5449-4556-905f-2231327ddc1a" providerId="ADAL" clId="{454ED7F6-9BA2-4548-88F5-A2FE5F82DAC2}" dt="2026-01-25T11:11:47.651" v="132" actId="47"/>
        <pc:sldMkLst>
          <pc:docMk/>
          <pc:sldMk cId="0" sldId="397"/>
        </pc:sldMkLst>
      </pc:sldChg>
      <pc:sldChg chg="del">
        <pc:chgData name="Maha Saadeh" userId="3cb906ed-5449-4556-905f-2231327ddc1a" providerId="ADAL" clId="{454ED7F6-9BA2-4548-88F5-A2FE5F82DAC2}" dt="2026-01-25T11:11:47.833" v="133" actId="47"/>
        <pc:sldMkLst>
          <pc:docMk/>
          <pc:sldMk cId="0" sldId="402"/>
        </pc:sldMkLst>
      </pc:sldChg>
      <pc:sldChg chg="del">
        <pc:chgData name="Maha Saadeh" userId="3cb906ed-5449-4556-905f-2231327ddc1a" providerId="ADAL" clId="{454ED7F6-9BA2-4548-88F5-A2FE5F82DAC2}" dt="2026-01-25T11:11:48.091" v="134" actId="47"/>
        <pc:sldMkLst>
          <pc:docMk/>
          <pc:sldMk cId="0" sldId="403"/>
        </pc:sldMkLst>
      </pc:sldChg>
      <pc:sldChg chg="add del">
        <pc:chgData name="Maha Saadeh" userId="3cb906ed-5449-4556-905f-2231327ddc1a" providerId="ADAL" clId="{454ED7F6-9BA2-4548-88F5-A2FE5F82DAC2}" dt="2026-01-25T11:11:55.028" v="139" actId="47"/>
        <pc:sldMkLst>
          <pc:docMk/>
          <pc:sldMk cId="0" sldId="405"/>
        </pc:sldMkLst>
      </pc:sldChg>
      <pc:sldChg chg="del">
        <pc:chgData name="Maha Saadeh" userId="3cb906ed-5449-4556-905f-2231327ddc1a" providerId="ADAL" clId="{454ED7F6-9BA2-4548-88F5-A2FE5F82DAC2}" dt="2026-01-25T11:11:48.924" v="135" actId="47"/>
        <pc:sldMkLst>
          <pc:docMk/>
          <pc:sldMk cId="0" sldId="406"/>
        </pc:sldMkLst>
      </pc:sldChg>
      <pc:sldChg chg="del">
        <pc:chgData name="Maha Saadeh" userId="3cb906ed-5449-4556-905f-2231327ddc1a" providerId="ADAL" clId="{454ED7F6-9BA2-4548-88F5-A2FE5F82DAC2}" dt="2026-01-25T11:11:49.111" v="136" actId="47"/>
        <pc:sldMkLst>
          <pc:docMk/>
          <pc:sldMk cId="0" sldId="408"/>
        </pc:sldMkLst>
      </pc:sldChg>
      <pc:sldChg chg="del">
        <pc:chgData name="Maha Saadeh" userId="3cb906ed-5449-4556-905f-2231327ddc1a" providerId="ADAL" clId="{454ED7F6-9BA2-4548-88F5-A2FE5F82DAC2}" dt="2026-01-25T11:11:46.302" v="129" actId="47"/>
        <pc:sldMkLst>
          <pc:docMk/>
          <pc:sldMk cId="4070371801" sldId="409"/>
        </pc:sldMkLst>
      </pc:sldChg>
      <pc:sldChg chg="modSp new mod">
        <pc:chgData name="Maha Saadeh" userId="3cb906ed-5449-4556-905f-2231327ddc1a" providerId="ADAL" clId="{454ED7F6-9BA2-4548-88F5-A2FE5F82DAC2}" dt="2026-01-26T07:27:29.971" v="747" actId="20577"/>
        <pc:sldMkLst>
          <pc:docMk/>
          <pc:sldMk cId="1726348020" sldId="410"/>
        </pc:sldMkLst>
        <pc:spChg chg="mod">
          <ac:chgData name="Maha Saadeh" userId="3cb906ed-5449-4556-905f-2231327ddc1a" providerId="ADAL" clId="{454ED7F6-9BA2-4548-88F5-A2FE5F82DAC2}" dt="2026-01-25T11:09:51.994" v="13" actId="20577"/>
          <ac:spMkLst>
            <pc:docMk/>
            <pc:sldMk cId="1726348020" sldId="410"/>
            <ac:spMk id="2" creationId="{F484C71F-2A60-161A-5817-D65A5D68E7F7}"/>
          </ac:spMkLst>
        </pc:spChg>
        <pc:spChg chg="mod">
          <ac:chgData name="Maha Saadeh" userId="3cb906ed-5449-4556-905f-2231327ddc1a" providerId="ADAL" clId="{454ED7F6-9BA2-4548-88F5-A2FE5F82DAC2}" dt="2026-01-26T07:27:29.971" v="747" actId="20577"/>
          <ac:spMkLst>
            <pc:docMk/>
            <pc:sldMk cId="1726348020" sldId="410"/>
            <ac:spMk id="3" creationId="{F9E3D453-D92E-80B0-0093-5D941AD43F59}"/>
          </ac:spMkLst>
        </pc:spChg>
      </pc:sldChg>
      <pc:sldChg chg="addSp delSp modSp new mod">
        <pc:chgData name="Maha Saadeh" userId="3cb906ed-5449-4556-905f-2231327ddc1a" providerId="ADAL" clId="{454ED7F6-9BA2-4548-88F5-A2FE5F82DAC2}" dt="2026-01-26T07:35:59.985" v="879" actId="113"/>
        <pc:sldMkLst>
          <pc:docMk/>
          <pc:sldMk cId="2113762359" sldId="411"/>
        </pc:sldMkLst>
        <pc:spChg chg="mod">
          <ac:chgData name="Maha Saadeh" userId="3cb906ed-5449-4556-905f-2231327ddc1a" providerId="ADAL" clId="{454ED7F6-9BA2-4548-88F5-A2FE5F82DAC2}" dt="2026-01-25T11:20:40.161" v="174" actId="20577"/>
          <ac:spMkLst>
            <pc:docMk/>
            <pc:sldMk cId="2113762359" sldId="411"/>
            <ac:spMk id="2" creationId="{9BEA8592-3E3A-80BA-3BA6-A9ABED54D7AF}"/>
          </ac:spMkLst>
        </pc:spChg>
        <pc:spChg chg="mod">
          <ac:chgData name="Maha Saadeh" userId="3cb906ed-5449-4556-905f-2231327ddc1a" providerId="ADAL" clId="{454ED7F6-9BA2-4548-88F5-A2FE5F82DAC2}" dt="2026-01-26T07:35:59.985" v="879" actId="113"/>
          <ac:spMkLst>
            <pc:docMk/>
            <pc:sldMk cId="2113762359" sldId="411"/>
            <ac:spMk id="3" creationId="{F2190337-509A-5028-893E-78173B72FFC4}"/>
          </ac:spMkLst>
        </pc:spChg>
        <pc:spChg chg="add del">
          <ac:chgData name="Maha Saadeh" userId="3cb906ed-5449-4556-905f-2231327ddc1a" providerId="ADAL" clId="{454ED7F6-9BA2-4548-88F5-A2FE5F82DAC2}" dt="2026-01-25T11:21:13.103" v="180" actId="22"/>
          <ac:spMkLst>
            <pc:docMk/>
            <pc:sldMk cId="2113762359" sldId="411"/>
            <ac:spMk id="5" creationId="{90F7EBF7-2FA0-B461-3EA7-B3A621455FC1}"/>
          </ac:spMkLst>
        </pc:spChg>
      </pc:sldChg>
      <pc:sldChg chg="addSp delSp modSp add del mod">
        <pc:chgData name="Maha Saadeh" userId="3cb906ed-5449-4556-905f-2231327ddc1a" providerId="ADAL" clId="{454ED7F6-9BA2-4548-88F5-A2FE5F82DAC2}" dt="2026-01-25T11:24:42.506" v="208" actId="2696"/>
        <pc:sldMkLst>
          <pc:docMk/>
          <pc:sldMk cId="1651625888" sldId="412"/>
        </pc:sldMkLst>
        <pc:spChg chg="del mod">
          <ac:chgData name="Maha Saadeh" userId="3cb906ed-5449-4556-905f-2231327ddc1a" providerId="ADAL" clId="{454ED7F6-9BA2-4548-88F5-A2FE5F82DAC2}" dt="2026-01-25T11:24:30.604" v="205" actId="478"/>
          <ac:spMkLst>
            <pc:docMk/>
            <pc:sldMk cId="1651625888" sldId="412"/>
            <ac:spMk id="3" creationId="{6C2D4407-D909-2795-7CE1-EBD75F163C89}"/>
          </ac:spMkLst>
        </pc:spChg>
        <pc:spChg chg="add del mod">
          <ac:chgData name="Maha Saadeh" userId="3cb906ed-5449-4556-905f-2231327ddc1a" providerId="ADAL" clId="{454ED7F6-9BA2-4548-88F5-A2FE5F82DAC2}" dt="2026-01-25T11:24:35.903" v="206" actId="478"/>
          <ac:spMkLst>
            <pc:docMk/>
            <pc:sldMk cId="1651625888" sldId="412"/>
            <ac:spMk id="5" creationId="{B468F935-5AB7-62BE-B03C-2EFF2EA8AED1}"/>
          </ac:spMkLst>
        </pc:spChg>
        <pc:picChg chg="add">
          <ac:chgData name="Maha Saadeh" userId="3cb906ed-5449-4556-905f-2231327ddc1a" providerId="ADAL" clId="{454ED7F6-9BA2-4548-88F5-A2FE5F82DAC2}" dt="2026-01-25T11:24:36.556" v="207" actId="22"/>
          <ac:picMkLst>
            <pc:docMk/>
            <pc:sldMk cId="1651625888" sldId="412"/>
            <ac:picMk id="7" creationId="{0635C8C0-3936-7812-A6A0-F8338DC334DE}"/>
          </ac:picMkLst>
        </pc:picChg>
      </pc:sldChg>
      <pc:sldChg chg="add">
        <pc:chgData name="Maha Saadeh" userId="3cb906ed-5449-4556-905f-2231327ddc1a" providerId="ADAL" clId="{454ED7F6-9BA2-4548-88F5-A2FE5F82DAC2}" dt="2026-01-25T11:24:56.700" v="209"/>
        <pc:sldMkLst>
          <pc:docMk/>
          <pc:sldMk cId="1719262580" sldId="412"/>
        </pc:sldMkLst>
      </pc:sldChg>
      <pc:sldChg chg="addSp modSp add mod">
        <pc:chgData name="Maha Saadeh" userId="3cb906ed-5449-4556-905f-2231327ddc1a" providerId="ADAL" clId="{454ED7F6-9BA2-4548-88F5-A2FE5F82DAC2}" dt="2026-01-26T07:36:45.326" v="904" actId="14100"/>
        <pc:sldMkLst>
          <pc:docMk/>
          <pc:sldMk cId="2757400932" sldId="413"/>
        </pc:sldMkLst>
        <pc:spChg chg="mod">
          <ac:chgData name="Maha Saadeh" userId="3cb906ed-5449-4556-905f-2231327ddc1a" providerId="ADAL" clId="{454ED7F6-9BA2-4548-88F5-A2FE5F82DAC2}" dt="2026-01-26T07:36:22.282" v="902" actId="20577"/>
          <ac:spMkLst>
            <pc:docMk/>
            <pc:sldMk cId="2757400932" sldId="413"/>
            <ac:spMk id="2" creationId="{0F0B1709-91EC-433B-0D15-C34D26D75A71}"/>
          </ac:spMkLst>
        </pc:spChg>
        <pc:spChg chg="mod">
          <ac:chgData name="Maha Saadeh" userId="3cb906ed-5449-4556-905f-2231327ddc1a" providerId="ADAL" clId="{454ED7F6-9BA2-4548-88F5-A2FE5F82DAC2}" dt="2026-01-26T07:36:25.869" v="903" actId="6549"/>
          <ac:spMkLst>
            <pc:docMk/>
            <pc:sldMk cId="2757400932" sldId="413"/>
            <ac:spMk id="3" creationId="{EA0EFCE5-1034-7461-DAD2-D12D24EC0DDA}"/>
          </ac:spMkLst>
        </pc:spChg>
        <pc:picChg chg="add mod">
          <ac:chgData name="Maha Saadeh" userId="3cb906ed-5449-4556-905f-2231327ddc1a" providerId="ADAL" clId="{454ED7F6-9BA2-4548-88F5-A2FE5F82DAC2}" dt="2026-01-25T11:40:23.763" v="466" actId="1076"/>
          <ac:picMkLst>
            <pc:docMk/>
            <pc:sldMk cId="2757400932" sldId="413"/>
            <ac:picMk id="5" creationId="{16572E81-3E8B-6B27-A2ED-780EFDF5C4B6}"/>
          </ac:picMkLst>
        </pc:picChg>
        <pc:picChg chg="add mod">
          <ac:chgData name="Maha Saadeh" userId="3cb906ed-5449-4556-905f-2231327ddc1a" providerId="ADAL" clId="{454ED7F6-9BA2-4548-88F5-A2FE5F82DAC2}" dt="2026-01-26T07:36:45.326" v="904" actId="14100"/>
          <ac:picMkLst>
            <pc:docMk/>
            <pc:sldMk cId="2757400932" sldId="413"/>
            <ac:picMk id="7" creationId="{6D7132E9-1FAA-09A3-4FB5-4A5607C2E865}"/>
          </ac:picMkLst>
        </pc:picChg>
      </pc:sldChg>
      <pc:sldChg chg="addSp modSp add mod">
        <pc:chgData name="Maha Saadeh" userId="3cb906ed-5449-4556-905f-2231327ddc1a" providerId="ADAL" clId="{454ED7F6-9BA2-4548-88F5-A2FE5F82DAC2}" dt="2026-01-26T07:58:08.588" v="1047"/>
        <pc:sldMkLst>
          <pc:docMk/>
          <pc:sldMk cId="3906661687" sldId="414"/>
        </pc:sldMkLst>
        <pc:spChg chg="mod">
          <ac:chgData name="Maha Saadeh" userId="3cb906ed-5449-4556-905f-2231327ddc1a" providerId="ADAL" clId="{454ED7F6-9BA2-4548-88F5-A2FE5F82DAC2}" dt="2026-01-26T07:57:06.838" v="961" actId="255"/>
          <ac:spMkLst>
            <pc:docMk/>
            <pc:sldMk cId="3906661687" sldId="414"/>
            <ac:spMk id="2" creationId="{7771AD5E-7985-010B-4E4B-6E9CF425EEBF}"/>
          </ac:spMkLst>
        </pc:spChg>
        <pc:spChg chg="mod">
          <ac:chgData name="Maha Saadeh" userId="3cb906ed-5449-4556-905f-2231327ddc1a" providerId="ADAL" clId="{454ED7F6-9BA2-4548-88F5-A2FE5F82DAC2}" dt="2026-01-26T07:58:08.588" v="1047"/>
          <ac:spMkLst>
            <pc:docMk/>
            <pc:sldMk cId="3906661687" sldId="414"/>
            <ac:spMk id="3" creationId="{7CD7ECA9-0E1E-82DC-93EE-935F4C9CAEF0}"/>
          </ac:spMkLst>
        </pc:spChg>
        <pc:picChg chg="add mod">
          <ac:chgData name="Maha Saadeh" userId="3cb906ed-5449-4556-905f-2231327ddc1a" providerId="ADAL" clId="{454ED7F6-9BA2-4548-88F5-A2FE5F82DAC2}" dt="2026-01-25T11:43:32.112" v="529" actId="1076"/>
          <ac:picMkLst>
            <pc:docMk/>
            <pc:sldMk cId="3906661687" sldId="414"/>
            <ac:picMk id="5" creationId="{DE59596B-D3A2-18D7-14F2-FD23C01B9384}"/>
          </ac:picMkLst>
        </pc:picChg>
        <pc:picChg chg="add mod">
          <ac:chgData name="Maha Saadeh" userId="3cb906ed-5449-4556-905f-2231327ddc1a" providerId="ADAL" clId="{454ED7F6-9BA2-4548-88F5-A2FE5F82DAC2}" dt="2026-01-25T11:43:38.758" v="532" actId="1076"/>
          <ac:picMkLst>
            <pc:docMk/>
            <pc:sldMk cId="3906661687" sldId="414"/>
            <ac:picMk id="7" creationId="{E0E105AA-F17A-FE2D-C26A-28E72A3051C4}"/>
          </ac:picMkLst>
        </pc:picChg>
      </pc:sldChg>
      <pc:sldChg chg="addSp modSp add mod">
        <pc:chgData name="Maha Saadeh" userId="3cb906ed-5449-4556-905f-2231327ddc1a" providerId="ADAL" clId="{454ED7F6-9BA2-4548-88F5-A2FE5F82DAC2}" dt="2026-01-26T08:00:35.091" v="1070" actId="16959"/>
        <pc:sldMkLst>
          <pc:docMk/>
          <pc:sldMk cId="2966241751" sldId="415"/>
        </pc:sldMkLst>
        <pc:spChg chg="mod">
          <ac:chgData name="Maha Saadeh" userId="3cb906ed-5449-4556-905f-2231327ddc1a" providerId="ADAL" clId="{454ED7F6-9BA2-4548-88F5-A2FE5F82DAC2}" dt="2026-01-25T11:48:52.696" v="536" actId="1076"/>
          <ac:spMkLst>
            <pc:docMk/>
            <pc:sldMk cId="2966241751" sldId="415"/>
            <ac:spMk id="2" creationId="{B1A2CA01-35F6-CAC3-2AB1-696433C5A105}"/>
          </ac:spMkLst>
        </pc:spChg>
        <pc:spChg chg="mod">
          <ac:chgData name="Maha Saadeh" userId="3cb906ed-5449-4556-905f-2231327ddc1a" providerId="ADAL" clId="{454ED7F6-9BA2-4548-88F5-A2FE5F82DAC2}" dt="2026-01-26T07:59:23.703" v="1060" actId="20577"/>
          <ac:spMkLst>
            <pc:docMk/>
            <pc:sldMk cId="2966241751" sldId="415"/>
            <ac:spMk id="3" creationId="{DD425809-51B4-5D52-A9F0-5B575884EAF5}"/>
          </ac:spMkLst>
        </pc:spChg>
        <pc:spChg chg="add mod">
          <ac:chgData name="Maha Saadeh" userId="3cb906ed-5449-4556-905f-2231327ddc1a" providerId="ADAL" clId="{454ED7F6-9BA2-4548-88F5-A2FE5F82DAC2}" dt="2026-01-26T08:00:35.091" v="1070" actId="16959"/>
          <ac:spMkLst>
            <pc:docMk/>
            <pc:sldMk cId="2966241751" sldId="415"/>
            <ac:spMk id="4" creationId="{01A98946-A9A4-BC21-C874-791D303C55EE}"/>
          </ac:spMkLst>
        </pc:spChg>
      </pc:sldChg>
      <pc:sldChg chg="addSp delSp modSp new mod">
        <pc:chgData name="Maha Saadeh" userId="3cb906ed-5449-4556-905f-2231327ddc1a" providerId="ADAL" clId="{454ED7F6-9BA2-4548-88F5-A2FE5F82DAC2}" dt="2026-01-26T08:01:08.873" v="1072" actId="207"/>
        <pc:sldMkLst>
          <pc:docMk/>
          <pc:sldMk cId="1805798909" sldId="416"/>
        </pc:sldMkLst>
        <pc:spChg chg="mod">
          <ac:chgData name="Maha Saadeh" userId="3cb906ed-5449-4556-905f-2231327ddc1a" providerId="ADAL" clId="{454ED7F6-9BA2-4548-88F5-A2FE5F82DAC2}" dt="2026-01-25T11:52:21.595" v="569" actId="6549"/>
          <ac:spMkLst>
            <pc:docMk/>
            <pc:sldMk cId="1805798909" sldId="416"/>
            <ac:spMk id="2" creationId="{18B215D4-0D1C-4806-E712-80BBC6526D9D}"/>
          </ac:spMkLst>
        </pc:spChg>
        <pc:spChg chg="mod">
          <ac:chgData name="Maha Saadeh" userId="3cb906ed-5449-4556-905f-2231327ddc1a" providerId="ADAL" clId="{454ED7F6-9BA2-4548-88F5-A2FE5F82DAC2}" dt="2026-01-26T08:01:08.873" v="1072" actId="207"/>
          <ac:spMkLst>
            <pc:docMk/>
            <pc:sldMk cId="1805798909" sldId="416"/>
            <ac:spMk id="3" creationId="{C67734E5-694C-C911-E904-C0EAD5290194}"/>
          </ac:spMkLst>
        </pc:spChg>
        <pc:spChg chg="add mod">
          <ac:chgData name="Maha Saadeh" userId="3cb906ed-5449-4556-905f-2231327ddc1a" providerId="ADAL" clId="{454ED7F6-9BA2-4548-88F5-A2FE5F82DAC2}" dt="2026-01-26T08:00:19.891" v="1068" actId="16959"/>
          <ac:spMkLst>
            <pc:docMk/>
            <pc:sldMk cId="1805798909" sldId="416"/>
            <ac:spMk id="6" creationId="{EFFD7172-10DE-9D90-D8DA-F1E39956CA06}"/>
          </ac:spMkLst>
        </pc:spChg>
        <pc:spChg chg="add mod">
          <ac:chgData name="Maha Saadeh" userId="3cb906ed-5449-4556-905f-2231327ddc1a" providerId="ADAL" clId="{454ED7F6-9BA2-4548-88F5-A2FE5F82DAC2}" dt="2026-01-25T12:01:23.999" v="716" actId="1076"/>
          <ac:spMkLst>
            <pc:docMk/>
            <pc:sldMk cId="1805798909" sldId="416"/>
            <ac:spMk id="7" creationId="{20892859-311D-DC8C-5305-40B16A5DA870}"/>
          </ac:spMkLst>
        </pc:spChg>
        <pc:picChg chg="add del mod">
          <ac:chgData name="Maha Saadeh" userId="3cb906ed-5449-4556-905f-2231327ddc1a" providerId="ADAL" clId="{454ED7F6-9BA2-4548-88F5-A2FE5F82DAC2}" dt="2026-01-25T11:55:38.193" v="624" actId="478"/>
          <ac:picMkLst>
            <pc:docMk/>
            <pc:sldMk cId="1805798909" sldId="416"/>
            <ac:picMk id="5" creationId="{5EF83CE4-1DAC-3836-3144-755F0957917B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6:15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41 544,'-12'-1'4951,"-3"2"-3821,12 0-1125,1 1-1,0-1 1,0 1-1,0 0 1,0 0-1,0 0 1,0 0-1,0 0 0,0 0-4,-7 10 13,5-6-2,0-1 0,0 0 0,-1 0 0,0 0 0,0 0 0,-2 1-11,7-6 4,-1 0 0,0 1 0,1-1-1,-1 1 1,0-1 0,0 0 0,0 1 0,1-1 0,-1 0 0,0 0-1,0 0 1,0 0 0,1 0 0,-1 0 0,0 0 0,0 0-1,0 0-3,0 0 2,1 0 0,-1 0 0,1 0 0,-1 0 0,0 0 0,1 0 0,-1 0 0,1 0 0,-1 0 0,1 0 0,-1 0 0,1 0 0,-1 0 0,1 1 0,-1-1 0,1 0 0,-1 0 0,1 1 0,-1-1 0,1 0 0,-1 1 0,1-1 0,0 0 0,-1 1 0,1-1 0,0 1 0,-1-1 0,1 1 0,0-1 0,-1 0 0,1 1-2,0 0 14,-1 0 0,1 0 0,-1 1 0,0-1 0,1 0 1,-1 0-1,0 0 0,0 0 0,0-1 0,0 1 0,1 0 0,-1 0 0,0 0 1,-1-1-1,1 1 0,0 0 0,0-1 0,0 1 0,0-1 0,0 1 0,-1-1 1,1 0-1,0 0 0,0 1 0,0-1 0,-1 0 0,1 0 0,0 0 1,-1 0-1,1 0 0,0-1 0,0 1-14,0 0 2,1 0 1,0 0-1,0-1 1,0 1 0,0 0-1,0 0 1,0 0-1,-1-1 1,1 1-1,0 0 1,0 0-1,0 0 1,0-1-1,0 1 1,0 0-1,0 0 1,0 0-1,0-1 1,0 1 0,0 0-1,0 0 1,0-1-1,0 1 1,0 0-1,0 0 1,0 0-1,0-1 1,1 1-1,-1 0 1,0 0-1,0 0 1,0-1-1,0 1 1,0 0 0,0 0-1,1 0 1,-1 0-1,0 0 1,0-1-1,0 1 1,0 0-1,1 0-2,5-8 3,14-7 7,-12 10-11,0-1-1,-1 1 0,0-1 0,4-5 2,-2 2 0,35-40 9,-44 48-6,0 1 0,0-1-1,1 1 1,-1-1 0,0 1-1,0 0 1,1-1 0,-1 1-1,0-1 1,0 1 0,0-1-1,0 1 1,0-1 0,0 1-1,0-1 1,0 1 0,0-1-1,0 1 1,0-1 0,0 1 0,0-1-1,0 1 1,-1-1 0,1 1-1,0-1 1,0 0-3,-5 3-28,-1 13 56,3-7-25,1 0 1,-1 1 0,0-2-1,-1 1 1,0 0-1,0-1 1,-1 0 0,0 0-1,0 0 1,0 0 0,-5 3-4,1-2 7,1 1 0,0 0 0,0 0 0,1 1 0,0-1 0,0 2 0,1-1 0,-1 5-7,5-12 1,0-1 0,1 1 1,-1 0-1,-1-1 0,1 0 1,0 1-1,0-1 0,-1 0 1,1 0-1,-1 0 0,-1 0-1,-11 10 11,6-3 1,9-8-13,0 0 1,-1-1 0,1 1 0,-1 0 0,1 0-1,-1-1 1,1 1 0,-1-1 0,0 1 0,1-1 0,-1 1-1,0-1 1,0 1 0,1-1 0,-1 1 0,0-1-1,0 0 1,1 0 0,-1 1 0,0-1 0,0 0-1,0 0 1,0 0 0,0 0 0,1 0 0,-2 0 0,2 0-10,0 0-4,0 0-1,0 0 8,1-10 61,47-40-60,-8 10-3,22-24 62,-44 44-32,-6 5-14,1 2 0,11-11-7,-24 24 5,0 0-1,1 0 1,-1-1-1,1 1 1,-1 0-1,0-1 1,1 1 0,-1-1-1,0 1 1,1-1-1,-1 1 1,0-1-1,0 1 1,1 0 0,-1-1-1,0 1 1,0-1-1,0 0 1,0 1 0,0-1-1,0 1-4,2-7 135,-14 9-87,-40 74-40,-12 8 32,56-73-38,0 0 0,-1-1 0,0 0 1,-1 0-1,0-1 0,-2 1-2,7-4 34,-2-2-107,5-13 113,25-9-8,38-45-30,4 0 70,-58 47-48,-7 14-22,1 1 0,-1-1 1,1 1-1,-1-1 0,1 1 1,-1-1-1,1 1 0,0-1 0,0 1 1,0 0-1,0-1-2,6-4 15,-6 5-13,0 1-1,0-1 1,-1 1-1,1-1 0,0 0 1,0 1-1,-1-1 1,1 0-1,-1 0 1,1 0-1,-1 1 0,1-1 1,-1 0-1,1 0 1,-1 0-1,0 0 1,1 0-1,-1 0 0,0 0 1,0 0-1,1 0 1,-1-1-2,-6 7 31,-3 10-28,7-11-1,-1 2 2,0 0 0,0 0 0,0-1 0,-1 1 0,1-1 0,-1 0 0,-1 0 0,1-1 0,-3 3-4,-2 1 5,0 1 1,1 0 0,0 0-1,-3 6-5,-3 4 11,14-19-10,0 1-1,0-1 0,-1 0 1,1 1-1,0-1 1,0 0-1,-1 0 1,1 1-1,0-1 1,0 0-1,-1 0 1,1 0-1,0 0 0,-1 1 1,1-1-1,0 0 1,-1 0-1,1 0 1,0 0-1,-1 0 1,1 0-1,-1 0 0,1 0 1,0 0-1,-1 0 1,1 0-1,0 0 1,-1 0-1,1 0 1,0 0-1,-1 0 0,1 0 0,0-1 0,-1 1 0,1 0 0,0 0 0,0 0 0,-1 0 0,1 0 0,0 0 0,-1 0 0,1 0 0,0 0 0,0 0 0,-1 0 0,1 0 0,0 0 0,0 0 0,-1 1 0,1-1 0,0 0 0,0 0 0,-1 0 0,1 0 0,0 0 0,0 1 0,-1-1 0,1 0-1,0 0 1,0 0 0,0 1 0,-6 5-1,0 1 0,-1-1-1,0 0 1,-5 4 1,-1 0-1,-14 10 1,44-20-788,29-6 272,-44 6 489,0-1 0,1 0 0,-1 1 0,0-1 0,0 0 0,0-1 0,0 1 0,0 0 0,0-1 0,0 1 0,0-1 27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6:21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289 222 528,'-24'0'6838,"-32"0"-4767,52 0-2038,0-1-1,1 0 1,-1-1 0,0 1 0,0 0 0,0-1 0,1 0 0,-1 0 0,1 0 0,-3-3-33,-17-8 65,17 10-60,-1 0-1,2 0 0,-1-1 1,0 0-1,1 0 0,0 0 0,0-1 1,0 0-1,0 0 0,-3-5-4,-20-28 31,28 38-34,0 0 0,0 0 0,0 0 0,0 0 1,0 0-1,0 0 0,0 0 0,0 0 0,1 0 0,-1 0 1,0 0-1,0 0 0,0 0 0,0 0 0,0 0 0,0 0 1,0 0-1,0 0 0,0 0 0,0 0 0,0 0 0,0 0 0,0 0 1,0 0-1,0-1 0,1 1 0,-1 0 0,0 0 0,0 0 1,0 0-1,0 0 0,0 0 0,0 0 0,0 0 0,0 0 1,0 0-1,0 0 0,0-1 0,0 1 0,0 0 0,0 0 1,0 0-1,0 0 0,0 0 0,0 0 0,0 0 3,14 8 5,34 28 1,-47-33-4,-1-3 2,0 0-9,0 0-3,11 2-7,-7 0 15,1 0-1,-1 0 0,0 1 0,0 0 0,0-1 1,-1 1-1,1 1 0,1 1 1,5 4-2,-9-8 3,1 0 0,-1 0-1,1 0 1,-1 1 0,1-1-1,-1 1 1,0-1 0,1 1-1,-1-1 1,0 1 0,0 0-1,0-1 1,0 1 0,0 2-1,2 3 6,-3-7 1,0 0-2,10 0 688,-12-1-690,0-1 1,0 0-1,0 0 1,1 0-1,-1-1 1,1 1-1,-1 0 1,1-1-1,0 1 1,0 0-1,0-1 1,0 1-1,0-1 1,1 0-1,-1-2-3,1 3 1,-1 0 1,1-1-1,-1 1 0,0 0 1,1 0-1,-1 0 0,0 0 1,0 0-1,0 0 0,-1 0 1,1 0-1,0 0 0,-1 0 0,1 1 1,-1-1-1,0 0 0,1 1 1,-1 0-1,0-1 0,-1 0-1,-3-3 10,0-1-1,0 1 1,1-2 0,-5-5-10,-15-17 33,11 14-33,11 11-11,1 1-1,-1 0 1,0 0-1,0 0 0,-1 0 1,1 0-1,-2-1 12,5 5-3,0-1 0,0 0 0,0 0 1,0 0-1,0 0 0,0 0 0,0 0 0,0 0 0,0 1 1,0-1-1,0 0 0,0 0 0,0 0 0,0 0 0,0 0 1,0 0-1,0 1 0,0-1 0,0 0 0,0 0 0,0 0 1,0 0-1,0 0 0,0 0 0,0 0 0,0 1 0,0-1 1,-1 0-1,1 0 0,0 0 0,0 0 0,0 0 0,0 0 1,0 0-1,0 0 0,0 0 0,0 0 0,0 1 0,-1-1 0,1 0 1,0 0-1,0 0 0,0 0 0,0 0 0,0 0 0,0 0 1,-1 0-1,1 0 0,0 0 0,0 0 0,0 0 0,0 0 1,0 0-1,0 0 0,-1 0 0,1 0 0,0 0 0,0 0 1,0 0-1,0-1 0,0 1 3,8 17 21,-7-16-28,1 4 7,4 6 3,1 0 0,0-1 0,0 1 0,1-2 0,1 2-3,-1-1-4,0-1 1,-1 1-1,0 0 1,1 3 3,-4-6-2,0 0 0,0 0 0,1-1 1,0 1-1,1-1 0,-1 0 0,1 0 0,0-1 1,1 1-1,3 1 2,16 14 10,-20-14-9,-5-7 3,-1 0-7,0 0 10,0 0 9,0 0 6,0 0 4,0 0 6,0 0 9,0 0 12,0 0 3,0 0-1,0 0-8,-6-10 73,-5-15-108,-2 0 1,-14-22-13,17 30 4,-2 1 1,0 1-1,-1 0 0,-12-10-4,16 16-2,-1 0 0,0 1 0,-6-3 2,3 1-2,-25-18 2,51 47-78,-10-13 57,0-1-1,1 0 1,-1 0-1,1 0 1,0-1 0,0 1-1,0-1 1,4 3 21,-4-4-1,0 1 0,0 0 0,0 0 0,0 1 0,-1-1 0,1 1 0,-1 0 0,0 0 1,0-1-3,0 0-1,1 0 1,-1-1 0,1 1 0,0-1-1,0 0 1,0 0 0,3 1 3,23 21 11,-15-10-11,-12-12 0,1 0 1,-1 0-1,0 1 0,0-1 0,-1 1 1,3 3-1,-5-7 6,0 0 2,0 0-2,0 0-9,0 0 8,0 0 3,0 0 0,0 0 2,0 0 3,0 0-1,0 0 9,0 0 3,0 0 0,0 0-1,0 0-6,0 0-1,0 0-1,0 0-6,0 0 1,0 0 4,0 0 1,-1 0-14,0-1 1,1 1-1,-1 0 0,0-1 0,0 1 1,1-1-1,-1 0 0,0 1 1,1-1-1,-1 0 0,1 1 0,-1-1 1,1 0-1,-1 0 0,1 1 1,-1-1-1,1 0-1,-15-18 11,5 8-9,-11-13 7,-23-18-9,35 34-3,8 6 3,0 1 0,-1-1 1,1 1-1,-1 0 0,1 0 0,-1 0 0,1 0 0,-1 0 1,0 0-1,0 0 0,-20-14 6,8 3-6,9 7-1,-1 1-1,0-1 1,0 1 0,-1 0 0,1 0-1,-3 0 2,15 7-24,0 1 0,0 0 0,0 0 0,-1 0 0,1 0 0,-1 1-1,0 0 1,-1 0 0,1 0 0,-1 1 0,3 5 24,58 91-37,-54-67 3,46 55 65,-57-89-26,1-1 0,-1 1 0,1 0 0,-1-1 0,1 1 0,0-1 0,-1 1 0,1-1 1,0 1-1,-1-1 0,1 1 0,0-1 0,0 0 0,0 1 0,-1-1 0,1 0 0,0 1-5,0-1 6,-1 0 0,0 0 0,0 0 0,1 0 0,-1 0-1,0 0 1,0 0 0,1 0 0,-1 0 0,0 0 0,1-1 0,-1 1 0,0 0 0,0 0-1,1 0 1,-1 0 0,0 0 0,0 0 0,0-1 0,1 1 0,-1 0 0,0 0 0,0 0 0,0 0-1,1-1 1,-1 1 0,0 0 0,0 0 0,0-1 0,0 1 0,0 0 0,1 0 0,-1-1-1,0 1 1,0 0 0,0 0 0,0-1 0,0 1 0,0 0 0,0 0 0,0-1 0,0 1-1,0 0 1,0-1-6,3-33 11,-2 30-9,-1 1 0,1-1 0,-1 0-1,0 1 1,0-1 0,0 0-1,0 0 1,0 1 0,-1-1-1,0 0 1,0 1 0,0-1 0,0 1-1,-1-1 1,1 1 0,-1-1-1,0 1-1,-8-18 9,7 14-8,0 1 0,0 0 0,-1 1 0,1-1 0,-1 0 0,-1 0-1,-6-8 4,9 11-2,1 1 0,-1-1 0,0 0 0,0 1 0,-1 0 0,1-1-1,0 1 1,-1 0 0,0 0 0,1 0 0,-1 1 0,-1-2-2,-2 1 1,1-1 0,0 0 0,1 0 0,-1-1 0,0 0 0,1 1 0,-4-5-1,5 5 0,0-1-1,-1 1 0,0 0 0,0 0 1,0 0-1,0 0 0,0 1 0,0 0 1,-1 0-1,1 0 0,-1 0 0,-2 0 1,0 2-123,15 8-71,3 2 238,-5-5-45,7 7 0,-1 1-1,0 0 1,-1 0-1,4 6 2,3 2 0,3 5 7,-5-12-7,-16-13-7,0-1 2,21 27-6,-12-15 11,3 0 0,-2-1 0,21 24 0,-11-20 10,-20-14-4,0-1 2,0 0 2,0 0 4,0 0 2,0 0 0,0 0 3,0 0 9,0 0-3,0 0-1,0 0-2,0 0-12,0 0-2,0 0-9,4-27-1877,9-26 1429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6:27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76 760,'0'-9'6017,"2"3"-3558,-2 5-2529,1 0 1,0 0-1,0 0 1,0 0-1,0 0 0,0 0 1,0 1-1,0-1 1,0 0-1,0 0 1,0 1-1,0-1 0,0 1 1,1-1-1,0 1 70,7-5 657,26-15-647,-35 20-1,1 0 0,0-1-1,0 1 1,0-1 0,-1 1 0,1-1-1,0 0 1,0 1 0,-1-1 0,1 0-1,-1 0 1,1 1 0,-1-1 0,1 0-1,-1 0 1,1 0 0,-1 1 0,1-1-1,-1 0 1,0 0 0,0 0 0,1-1-9,-2 2 24,1 0 1,0-1-1,0 1 1,0-1-1,-1 1 1,1 0-1,0-1 1,0 1-1,-1 0 1,1-1-1,0 1 1,-1 0 0,1 0-1,0-1 1,-1 1-1,1 0 1,-1 0-1,1 0 1,0-1-1,-1 1 1,1 0-1,-1 0 1,1 0-1,-1 0 1,1 0-1,0 0 1,-1 0-1,1 0 1,-1 0-1,0 0-24,1 1 2,-1-1-1,1 1 0,-1 0 0,1 0 0,-1 0 0,1-1 0,-1 1 0,1 0 1,0 0-1,-1 0 0,1 0 0,0 0 0,0 0 0,0 0 0,0 0 0,0 0 0,0 0-1,-1 4 3,0 0-2,-5 30-1,5-33 1,1 1 0,-1-1 0,1 0 0,-1 0 0,0 1 0,0-1 0,0 0 0,0 0 0,-1 0 0,1 0 1,0-1-1,-1 1 0,1 0 0,-1 0-1,0-1 0,0 1-1,1-1 1,-1 1 0,1 0 0,-1-1 0,1 1 0,0 0 0,0 0 0,0 0-1,0 0 1,-1 1 0,2-1 2,-1 0 0,0 0 0,0-1 0,0 1-1,0 0 1,-1-1 0,1 1 0,0-1 0,-1 1 0,1-1-1,-1 1-1,1-1 2,0 0-1,-1 0 0,1 0 0,0 0 0,0 1 1,0-1-1,0 0 0,0 1 0,0-1 0,1 1 1,-1-1-1,0 2-1,0-2 2,1 1-1,-1-1 1,0 1 0,1-1-1,-1 1 1,0-1 0,0 0 0,0 1-1,0-1 1,-1 0 0,1 0 0,0 0-1,0 0 1,-2 1-2,-4 3 5,0 0-1,0 1 1,0-1-1,1 2 0,0-1 1,0 1-1,0 0-4,-16 17 2,-4 3 108,21-22-105,1 0 0,0 0 0,0 0 0,1 0 0,0 0 0,-1 1 0,2 0 0,-2 1-5,2-1 1,2-12-95,0 6 95,0-1 1,0 1 0,0-1-1,0 1 1,0-1 0,0 1-1,0 0 1,1-1 0,-1 1-1,0-1 1,0 1 0,0-1-1,0 1 1,1-1 0,-1 1-1,0 0 1,0-1 0,1 1-1,-1-1 1,0 1 0,1 0-1,-1-1 1,1 1-2,91-98 25,-64 70-23,-17 18 9,0 0 1,-2-1-1,1 0 0,1-4-11,-2-1 60,-8 14-58,0 0-1,0 0 0,0 1 1,0-1-1,0 0 0,1 0 1,-1 1-1,1-1 0,-1 1 1,2-2-2,-1 1 1,0 0 0,-1 0 1,1 0-1,-1 0 0,1 0 1,-1 0-1,0 0 1,0 0-1,1-3-1,10-15 2,-8 3 21,-5 15-15,1 3-1,-2 16 1,2-9-8,-1-1 0,0 0 1,-1 0-1,1 0 0,-1 0 1,-1 0-1,1 0 0,-1 0 1,0-1-1,-1 1 0,1-1 1,-3 2-1,-10 15 13,14-19-11,0 0-1,-1 0 1,0-1 0,1 1 0,-1-1-1,0 1 1,-1-1 0,1 0-1,0-1 1,-1 1-2,-2 1 1,1 0 0,0 0 0,1 1 0,-1-1 0,1 1 0,-1 0 0,1 0 0,0 2-1,-1 0 2,-1 0-1,0 0 1,0 0 0,-2 0-2,0 1 3,1 0-1,-1 1 1,1 0 0,-3 5-3,4-5 6,0-1 1,-1 1-1,1-2 0,-2 1 1,-2 1-7,10-9-1,0 1 1,0-1-1,0 0 1,0 0-1,0 0 1,0 0-1,-1 0 1,1 1 0,0-1-1,0 0 1,0 0-1,0 0 1,0 0-1,-1 0 1,1 0-1,0 0 1,0 0 0,0 0-1,0 0 1,-1 0-1,1 0 1,0 0-1,0 0 1,0 0-1,0 0 1,-1 0 0,1 0-1,0 0 1,0 0-1,0 0 1,0 0-1,-1 0 1,1 0-1,0 0 1,0 0 0,0 0-1,0 0 1,-1 0-1,1-1 1,0 1-1,0 0 1,0 0-1,0 0 1,0 0-1,0 0 1,0-1 0,-1 1-1,1 0 1,0 0-1,0 0 1,0 0-1,0 0 1,0-1-1,0 1 1,0 0 0,0 0-1,0 0 1,0-1-1,0 1 1,0 0-1,0 0 1,0 0-1,0 0 1,0-1 0,0 1-1,0 0 1,0 0-1,0 0 1,1-2-1,-1 0-1,1 0 1,-1 0-1,1 1 0,0-1 1,0 0-1,0 1 1,0-1-1,0 0 1,0 1-1,0-1 0,0 1 1,1-1 1,3-3 0,4-4 4,-1-1 0,0 0 0,0-1 0,-1 0 0,0 0 0,3-7-4,-5 7 0,1-1 0,0 1 1,1 0-1,0 1 0,1 0 0,0 0 1,1 1-1,0 0 0,0 0 1,10-7-1,7 5-8,-22 10 8,-1 0-1,0-1 1,1 1 0,-1-1-1,0 0 1,0 1 0,0-1-1,0-1 1,0 1 0,0-1 0,50-59-24,-23 25 77,-30 36-181,1 1 0,-1-1-1,0 0 1,0 0 0,0 1 0,0-1-1,-1 0 1,1 0 0,0 1-1,0-1 1,0 0 0,0 1 0,-1-1-1,1 0 1,0 1 0,-1-2 128,1 2-488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6:31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349 257 336,'0'0'231,"0"0"-26,0 0-90,0 0-60,0 0-17,0 0 53,0 0 190,0 0 226,0 0 283,0 0 99,0 0-105,0 0-208,0 0-305,0 0-175,0 0-88,0 0-13,0 0 14,0 0 23,0 0 25,0 0 27,0 0 14,0 0 10,0 0 5,0 0 35,0 0 28,0 0 22,0 0 6,0 0-14,0 0-20,0 0-17,0 0-10,0 0-7,0 0 29,0 0 55,0 0 39,0 0 9,0 0-23,0 0-59,0 0-38,0 0-39,0 0-19,0 0-9,0 0 4,0 0 26,0 0 25,0 0 24,0 0 21,0 0 9,0 0-9,0 0-19,0 0-22,0 0-34,0 0-23,-26-6 678,18 3-741,-6 1-5,-19-5 6,31 6-5,0 1-1,0-1 1,-1 0-1,1 0 1,0 0-1,0-1 1,1 1-1,-1 0 1,0-1-1,0 1 1,1-1-1,-2-2-15,-19-14 57,21 18-57,-15-11 26,0 0 0,0-1 0,-8-8-26,3 5 5,18 14-4,1 0-1,-1-1 0,1 0 0,0 1 1,-1-1-1,1 0 0,0 0 1,-1-2-1,-2-1 0,0 0 0,0 0 0,-1 1 0,1-1 0,-2 0 0,16 10-82,-1 0 0,0 1 0,0-1 1,7 7 81,22 17-8,35 17-10,-69-44 20,-3-2 2,0 0-7,17 11 10,63 44-26,-68-47 18,-9-6 1,1 0 0,0 0 1,0 1-1,-1 0 1,1-1-1,-1 1 1,0 0-1,0 1 1,1 0-1,-3-2-7,3-2 12,-3 0 5,-1 0 3,0 0-4,0 0-1,0 0 0,0 0 2,0 0 4,0 0 4,0 0 8,0 0 18,0 0 7,0 0 8,0 0-10,0 0-6,0 0-2,0 0-17,-12-12 270,-27-18-276,24 18 1,-1 0 1,-14-7-20,-41-22 23,55 30-11,14 9-13,-1 0 0,1 1 0,0-1 0,0 1 0,-1-1 0,1 1-1,-1 0 1,1 0 0,-2 0 1,0-1 1,1 0-1,0 0 0,0 0 0,0-1 0,0 1 1,0-1-1,0 1 0,0-1 0,1 0 1,-1-1-1,-14-13 4,-11-10 5,21 19-11,-1 1 0,0 0-1,0 0 1,-1 0 2,-4-6 12,12 11-11,0 0 0,-1 1 0,1-1 0,0 1 0,-1-1 0,0 1 0,1 0 0,-1-1 0,0 1 0,1 0 0,-2 0-1,-4-4-316,27 18 217,-16-10 98,23 20-22,15 17 23,-25-25-5,0 0-1,1-2 1,0 0 0,1-1 0,14 7 5,40 26 25,-2 9-33,-67-48 2,-3-6 12,-1 0 4,0 0 9,0 0-7,0 0 1,0 0-6,0 0-8,0 0 11,0 0 1,0 0 5,0 0 5,0 0-3,0 0-4,0 0-2,0 0 8,0 0-4,0 0-4,0 0 8,0 0-1,0 0 4,0 0-1,0 0 0,0 0 10,0 0-19,0 0-28,-27-15-355,4 3 287,3 3 69,0 3 22,12 5-5,5 1-3,1 0 0,-1-1 0,1 1 1,0-1-1,-1 1 0,1-1 0,0 0 1,0 0-1,-1 0 0,1 0 0,0 0 1,0 0-1,0-1 0,0 1 0,0-1 1,1 1-1,-1-1 0,0 0 0,-11-9-34,12 11 19,0-1 0,0 0 0,0 0 1,0 1-1,0-1 0,0 0 0,0 0 0,0 0 0,1 0 1,-1 0-1,0 0 0,0 0 0,1 0 0,-1 0 0,1-1 0,-1 1 1,1 0-1,-1 0 0,1 0 0,0-1 0,0 1 0,0 0 0,-1-1 1,1 1-1,0 0 15,14-7 7,-6 4-6,-2 2 0,-2 0-1,1 0 0,0 0 1,-1 0-1,0-1 0,1 0 1,-1 0-1,0 0 1,0 0-1,-1 0 0,1-1 1,-1 0-1,0 0 1,1 0-1,-2 0 0,3-4 0,22-40 7,-24 43-1,0 0-1,1 0 1,-1 0-1,1 1 1,0-1-1,4-2-5,-8 6-1,1 0-1,-1 0 0,0 0 0,1 1 0,-1-1 0,0 0 0,0 0 1,1 0-1,-1 0 0,0 0 0,0 1 0,0-1 0,0 0 1,0 0-1,0 0 0,0 0 0,-1 0 0,1 0 0,0 1 0,0-1 1,-1 0-1,1 0 0,0 0 0,-1 1 0,1-1 0,-1 0 0,1 0 1,-1 1-1,1-1 0,-1 0 0,0 0 2,-13 25-8,-36 42 19,12-12-5,30-46 2,0 0 0,0-1-1,0 0 1,-5 2-8,6-5-2,0 2 0,1-1 0,-1 1 0,1 0 1,0 0-1,1 0 0,-3 4 2,4-3 4,-1 0-1,0 0 1,0-1 0,0 0 0,-1 0 0,1 0 0,-2-1-1,-4 4-3,-1-6-11,12-3 11,-1 0 1,1 0-1,-1 0 0,0 0 1,1 0-1,-1 0 1,1 0-1,-1 0 0,0 0 1,1 1-1,-1-1 0,1 0 1,-1 0-1,1 0 1,-1 1-1,1-1 0,-1 0 1,1 1-1,-1-1 0,1 1 1,-1-1-1,1 0 1,0 1-1,-1-1 0,1 1 1,0-1-1,-1 1 0,-10 2 331,3-3-3472,8 0 2344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6:48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41 632,'0'0'562,"0"0"19,0 0-69,0 0-69,0 0-71,0 0-33,0 0-41,-25-26 2846,23 25-3131,1 1 0,0-1 0,-1 1 0,1-1 0,-1 1 0,1-1 0,-1 1 0,1 0 0,0 0 0,-1 0 1,1 0-1,-1 0 0,1 0 0,-1 0 0,1 1 0,-1-1 0,1 0 0,0 1 0,-1-1 0,1 1 0,0-1 0,-1 1 0,1 0 0,0 0 1,-1 0-14,-29 47 0,29-45 1,0 1 0,1-1 0,-1 0 0,1 1 0,0-1 1,0 1-1,0-1 0,0 1 0,1-1 0,-1 1 1,1 0-1,0 2-1,0-4 1,0 1 0,0-1-1,0 1 1,-1-1 0,1 1 0,-1-1 0,1 1 0,-1-1 0,0 1 0,0-1 0,0 1-1,-1 1-1,0 1 0,1 0 0,-1 0 0,1 0 1,1 0-1,-1 0 0,1 0 0,0 1 1,0-1-1,0 0 1,0 1 0,0-6-1,0 1 1,0-1-1,0 0 1,0 0-1,0 1 1,0-1-1,0 0 1,0 0 0,0 0-1,0 1 1,0-1-1,0 0 1,0 0-1,0 0 1,0 0-1,0 1 1,-1-1-1,1 0 1,0 0 0,0 0-1,0 0 1,0 1-1,0-1 1,-1 0-1,1 0 1,0 0-1,0 0 1,0 0 0,-1 0-1,1 0 1,0 1-1,0-1 1,0 0-1,-1 0 1,1 0-1,0 0 1,0 0-1,0 0 1,-1 0-1,1 0 0,0 0 0,0 0 0,0 0 0,-1 0 0,1 0 0,0 0 0,0 0 0,0 0 0,-1 0 0,1 0 0,0 1 0,0-1 0,0 0 0,0 0-1,-1 0 1,1 0 0,0 0 0,0 0 0,0 1 0,0-1 0,0 0 0,-1 0 0,1 0 0,0 0 0,0 1 0,0-1 0,0 0 0,0 0 0,0 0 0,0 1 0,0-1-1,0 0 1,0 0 0,0 0 0,0 1 0,0-1 0,0 0 1,0 27-64,23-15 64,10 13-5,-32-25 5,-1 1 0,1-1 0,-1 1 1,1-1-1,-1 1 0,1-1 0,-1 0 0,1 1 0,0-1 1,-1 0-1,1 1 0,0-1 0,-1 0 0,1 0 1,0 0-1,-1 0 0,1 1 0,0-1 0,-1 0 0,1 0 1,0 0-1,-1 0 0,1-1 0,0 1 0,-1 0 1,1 0-1,0 0 0,-1 0 0,1-1 0,0 1 0,-1 0 1,1-1-1,0 1 0,-1 0 0,1-1 0,-1 1 0,1-2 4,0 0 0,0 0 0,0 1 0,-1-1 0,1 0 0,-1 0 0,1 0 0,-1 0 0,0 0-1,1 0-3,0-7 40,1 4-40,0 1 0,1-1 0,-1 0-1,1 1 1,0 0 0,0 0 0,1 0 0,2-3 0,3-4-4,-7 9 20,0 0 0,-1-1 0,1 0 1,-1 1-1,0-1 0,0 0 0,0 0 0,0 0 1,0 0-1,-1 1 0,1-1 0,-1 0 0,0 0 1,0 0-1,0 0 0,0 0 0,0 0 0,-1 0 1,1 0-1,-1 0 0,0 0 0,0-1-16,-3-20 13,-21 0 523,23 23-529,0 0-1,1 0 1,-1 1-1,0-1 0,0 1 1,1 0-1,-1-1 0,0 1 1,0 0-1,0 0 1,1 0-1,-1 0 0,0 1 1,0-1-1,0 0 1,1 1-1,-2 0-6,-27 7 0,28-7 3,1-1 0,-1 0-1,1 1 0,-1-1 0,1 1 0,-1-1 0,1 1 0,0-1 0,-1 1 0,1 0 0,0 0 0,-1 0 1,1 0-1,0 0-2,0 0 0,1-1 1,-1 1 0,1-1 0,-1 0-1,1 1 1,0-1 0,-1 0 0,0 0 0,1 1-1,-1-1 1,1 0 0,-1 0 0,1 0-1,-1 1 1,1-1 0,-1 0 0,1 0-1,-1 0 1,0 0 0,1 0 0,-1 0-1,0 0 0,1 0 1,-1 0-1,1 0 0,0 0 0,-1 1 0,1-1 0,-1 0 0,1 0 0,0 1 0,-1-1 0,1 0 1,0 1-1,0-1 0,-1 0 0,1 1 0,0-1 0,0 0 0,-1 1 0,1-1 0,0 1 1,0-1-1,0 1 0,0-1 0,-1 1 0,-5 12 5,-1-3-4,-12 27-4,18-36-7,1 1-1,-1-1 1,0 1 0,1-1-1,-1 1 1,1-1 0,0 1 0,0-1-1,-1 1 1,1 0 0,0-1 0,0 1-1,0-1 1,1 2 10,0-1-9,0 0 0,0 0-1,0-1 1,1 1 0,-1 0 0,1-1-1,-1 1 1,1-1 0,0 1 0,-1-1-1,1 0 1,1 1 9,7 6-6,-8-5 5,1-1 0,0 1 0,0-1 0,0 0-1,0 0 1,0 0 0,1 0 0,-1-1 0,1 1 0,-1-1-1,1 0 2,-4-1-1,1 1-1,-1-1 0,0 0 1,0 0-1,1 0 0,-1 0 0,0 0 1,1 0-1,-1 0 0,0 0 1,1-1-1,-1 1 0,0 0 0,1 0 1,-1 0-1,0 0 0,0 0 1,1 0-1,-1-1 0,0 1 0,1 0 1,-1 0-1,0 0 0,0-1 1,0 1-1,1 0 0,-1 0 0,0-1 1,0 1-1,0 0 0,1 0 1,-1-1-1,0 1 2,9-8-49,-7 8 50,0-1 1,0 0-1,0 1 1,0-1-1,0 0 0,-1 0 1,1 0-1,0 0 1,0 0-1,-1-1 0,1 1 1,-1 0-1,1-1 1,-1 1-1,0-1 0,0 1 1,1-1-1,-1 0 1,0 0-1,-1 1 0,1-1 1,0 0-1,0 0 1,-1 0-1,1-1-1,1-3 6,0 1-1,1 0 0,-1 0-1,1 0 1,0 0 0,3-4-5,2-3 7,-8 11-4,1 0 0,-1 0-1,0 0 1,0 1 0,1-1 0,-1 0 0,0 0-1,0 0 1,0 0 0,0 0 0,0 0 0,0 0-1,-1 0 1,1 0 0,0 1 0,0-1 0,-1 0 0,1 0-1,0 0 1,-1 0 0,1 1 0,-1-1 0,1 0-1,-1 0 1,1 1 0,-1-1 0,0 0 0,1 1-1,-1-1 1,0 1 0,0-1 0,1 0 0,-1 1-1,0-1-2,-4-3 22,3 2-14,0 0 0,0 0 0,0 1 0,0-1-1,0 0 1,0 1 0,0 0 0,-1 0-1,1 0 1,0 0 0,-1 0 0,1 0 0,-1 0-1,1 1 1,-1-1 0,1 1 0,-1 0 0,0 0-1,1 0 1,-1 0 0,1 0 0,-1 0 0,1 1-1,-1-1 1,0 1-8,-7 10 7,3 0-7,-29 39 0,35-48-1,0 0 1,0 0 0,1 0-1,-1 0 1,0 0 0,1 0-1,-1 0 1,1 0 0,-1 0-1,1 0 1,0 0 0,0 0-1,0 0 1,0 0 0,0 1 0,8 33-9,-3-16 7,-4-9-13,3 0-82,17-4 11,-14-6 81,29 8-14,-35-9 19,0 0-1,0 1 0,0-1 0,0 0 0,0 0 0,1 0 0,-1 0 0,0 0 1,0 0-1,0 0 0,0 0 0,0 0 0,0-1 0,0 1 0,0 0 1,0-1-1,0 1 0,0 0 0,0-1 0,0 0 0,0 1 0,0-1 0,0 1 1,0-2 0,-1 1 0,1-1 0,0 1 0,-1-1 0,1 1 0,-1-1-1,0 1 1,1-1 0,-1 0 0,0 1 0,0-1 0,0 0 0,4-18 13,7-15 6,-10 33-10,-1 0 0,1-1 1,-1 1-1,0 0 0,1 0 0,-1 0 0,0 0 0,0-1 1,-1 1-1,1 0 0,0 0 0,-1 0 0,1 0 1,-1-1-1,0 1 0,1 0 0,-1 0 0,0 0 0,0 1 1,0-1-1,-1 0 0,1 0 0,0 0 0,-2-1-9,-2-1 27,-1 0 0,1 0 0,-1 0 0,1 1-1,-1-1 1,-4-1-27,6 4-17,1-1 21,2 2-4,0-1 0,0 0 0,0 1 0,1-1 0,-1 1-1,0 0 1,0-1 0,0 1 0,0 0 0,0 0 0,-1-1 0,1 1 0,0 0 0,0 0 0,0 0 0,0 0 0,0 0 0,-1 2-2,0-1 0,0 0 1,0 1-1,0-1 0,1 1 1,-1 0-1,1 0 0,-1-1 1,1 1-1,0 0 0,0 0 1,-1 1 1,-18 28-8,20-30 5,0-1 0,-1 0 1,1 1-1,0-1 0,-1 0 1,1 1-1,0-1 0,-1 1 0,1-1 1,0 1-1,0-1 0,0 0 1,-1 1-1,1-1 0,0 1 1,0-1-1,0 1 0,0-1 0,0 1 1,0-1-1,0 1 0,0-1 1,0 1-1,0-1 0,0 1 0,0-1 1,1 1-1,-1-1 0,0 1 1,0-1-1,0 0 0,1 1 1,-1-1-1,0 1 0,1-1 0,-1 0 1,0 1-1,1-1 0,-1 1 1,0-1-1,1 0 0,-1 0 0,0 1 1,1-1-1,-1 0 0,1 0 1,-1 1-1,1-1 0,-1 0 1,1 0-1,-1 0 0,1 0 0,-1 0 1,1 0-1,-1 0 3,13 7-13,22 17-15,-34-23 27,0-1-1,0 1 1,-1-1-1,1 0 0,0 1 1,0-1-1,0 1 1,-1-1-1,1 0 0,0 0 1,0 0-1,0 1 1,0-1-1,0 0 0,0 0 1,0 0-1,-1 0 1,1 0-1,0-1 1,0 1-1,0 0 0,0 0 1,0-1-1,0 1 1,-1 0-1,1-1 0,0 1 1,0-1-1,0 1 1,-1-1-1,1 1 0,0-1 1,-1 1-1,1-1 1,-1 0-1,1 1 0,0-1 1,-1 0-1,1 0 1,-1 1-1,0-1 0,1 0 1,-1 0-1,0 0 1,1 0-1,-1 0 2,15-12-24,-9 9 25,29-26-16,-32 27 17,0 1 0,-1-1 0,1 0 0,-1 0 0,0-1 0,0 1 0,0 0 0,-1-1 0,1 1 0,-1-1-1,0 1 1,1-5-2,-2 5 11,-1 1 1,1-1-1,-1 0 0,1 0 0,-1 1 0,0-1 0,0 0 0,-1 1 0,1-1 0,0 1 0,-1-1 0,0 1 1,1 0-1,-2-2-11,-27-30 38,27 32-33,1 1 0,-1 0 0,1-1 0,-1 1 0,0 0 0,0 0 0,1 0 0,-1 0 0,0 1 0,0-1 0,0 1 1,-1 0-6,-12-3 15,16 3-15,-1-1 0,1 1 0,-1 0 0,0 0 0,1 0-1,-1-1 1,1 1 0,-1 0 0,0 0 0,1 0 0,-1 0 0,0 0 0,1 0 0,-1 0 0,1 1 0,-1-1 0,0 0 0,1 0 0,-1 0 0,1 1 0,-1-1 0,0 0-1,1 1 1,-1-1 0,1 0 0,-10 20-6,8-16 4,-32 62-12,25-46 20,8-16-5,0-1 0,0 0 1,-1 0-1,1 1 1,-1-1-1,1 0 1,-1 0-1,0 0 0,0-1 1,-1 1-1,0 0-1,2-2 0,1 0-1,-1-1 1,0 1-1,1-1 1,-1 1-1,1 0 1,-1 0-1,1-1 1,-1 1-1,1 0 1,0 0-1,-1-1 1,1 1-1,0 0 1,-1 0-1,1 0 1,0 0 0,0 0-1,0-1 1,0 1-1,0 0 1,0 0-1,0 0 1,0 0-1,1 0 1,-1 2-3,1 0 0,0 0-1,0 0 1,0 0 0,1 0-1,-1 0 1,1-1 0,0 2 3,3 3-8,0-1 0,1 1 0,-1-1 0,1 0-1,6 4 9,-9-7-6,0-1 0,0 0 0,1 1 0,-1-1-1,1 0 1,0 0 0,-1-1 0,1 1 0,0-1 0,2 0 6,-3 0-8,0-2 1,0 1 0,0 0-1,0 0 1,0-1 0,0 0-1,-1 1 1,1-1 0,0 0 0,0-1-1,-1 1 1,1 0 0,-1-1-1,2-1 8,-2 3 2,-1-1 0,0 0 0,0 1 0,1-1 0,-1 0 0,0 0 0,0 0 0,0 0 0,0 0 0,0 0-1,0 0 1,0 0 0,-1 0 0,1 0 0,0-1 0,-1 1 0,1 0 0,0 0 0,-1-1 0,0 1 0,1 0 0,-1-1-1,0 1-1,17-40 10,-9 25-10,-7 13 6,0 0 0,0 0 0,0-1 0,-1 1 1,1 0-1,-1 0 0,0-1 0,0 1 0,0-1 0,0 1 1,0 0-1,-1 0 0,0-1 0,1 1 0,-1 0 1,0 0-1,-1 0 0,1 0 0,-1 0 0,1 0 0,-1 0 1,0 0-1,0 0 0,0 1 0,-1-2-6,-5-4 22,1 1 0,-1 0 0,0 0 0,-1 0 0,0 1 0,-4-2-22,8 5 3,0 1 0,0 0-1,-1 0 1,1 1 0,0 0-1,0-1 1,-1 2 0,1-1-1,-2 0-2,-2 22-22,5-14 23,-11 29-18,14-33 17,1-1 0,-1 1 0,0 0 0,1 0 0,-1 0-1,1 0 1,0 0 0,0 0 0,0 0 0,0 0 0,1 0 0,-1 0-1,1 0 1,4 11-19,-4-8 15,1-1-1,-1 0 1,1-1 0,0 1 0,0 0 0,1 0 0,-1-1 0,1 1 0,0-1 0,1 0 0,-1 0-1,1 0 1,-1-1 0,1 1 0,1 0 4,-5-4-3,1 0-1,0 1 1,-1-1-1,1 0 1,0 0 0,-1 1-1,1-1 1,0 0-1,-1 0 1,1 0-1,0 0 1,-1 0 0,1 0-1,0 0 1,-1 0-1,1 0 1,0 0-1,-1 0 1,1-1-1,0 1 1,-1 0 0,1 0-1,0-1 1,-1 1-1,1 0 1,-1-1-1,1 1 4,15-6-16,-9 4 17,26-9-6,-30 10 5,-1-1-1,0 1 1,0 0-1,0 0 1,0-1-1,0 1 1,0-1-1,0 0 1,0 0-1,-1 1 1,1-1 0,-1 0-1,1 0 1,-1-1-1,0 1 1,4-8 2,-4 9 5,0 0 0,0 0 0,-1 0 0,1 0 0,0 0 1,-1 0-1,1 0 0,-1 0 0,1-1 0,-1 1 0,0 0 1,0 0-1,1-1 0,-1 1 0,0 0 0,0 0 0,0-1 1,0 1-1,0 0 0,-1 0 0,1-1 0,0 1 0,0 0 1,-1 0-1,1-1 0,-1 1 0,1 0 0,-1 0 0,0 0 0,1 0 1,-1 0-1,-1-1-7,-8-22 26,7 18-27,1-1 6,-1 0 0,-1 0 0,1 1 0,-1-1 0,0 1 0,-1 0 0,1 0 1,-1 1-1,0-1 0,-1 1-5,3 3 8,0 0 0,0 0 0,0 0 0,-1 1 0,1 0 0,0-1 0,-1 1 0,1 0 0,-1 1 0,-1-1-8,-9 18-7,8-9 6,0-1 1,0 0 0,1 1 0,0 0 0,0 0 0,0 0 0,1 0 0,-1 5 0,5-7 0,-1 0 0,1 0 0,0 0 0,1 0 0,-1 0 0,1-1 0,0 1 0,1 0 0,-1 0 0,2 3 0,5 20-26,-7-26 22,0 0 0,1 0 0,0 1-1,0-1 1,0 0 0,0 0 0,0 0-1,1-1 1,-1 1 0,1-1-1,0 1 1,-1-1 0,1 0 0,2 1 4,-3-1-2,-1-1 0,1 0-1,-1 0 1,1 0 0,0 0 0,-1 0 0,1 0 0,0-1 0,0 1 0,0 0 0,-1-1 0,1 1 0,0-1 0,0 0 0,0 0 0,0 0 0,0 0 0,0 0 0,0 0 0,0 0 0,-1-1-1,1 1 1,0 0 0,0-1 0,0 0 0,0 1 0,-1-1 0,1 0 2,12-9-3,8-7-30,-4-3 25,-13 16 10,0-1 0,-1 0 0,1 0 0,-1-1 0,0 1 0,0-2-2,-1 1-30,-2 5 41,-1 1 0,1-1-1,-1 0 1,0 1-1,1-1 1,-1 0 0,0 1-1,1-1 1,-1 0 0,0 0-1,0 0 1,1 1 0,-1-1-1,0 0 1,0 0-1,0 0 1,0 1 0,0-1-1,0 0 1,-1 0 0,1 1-1,0-1 1,0 0 0,0 0-1,-1 0 1,1 1-1,0-1 1,-1 0 0,1 1-1,-1-1 1,1 0 0,-1 1-1,1-1 1,-1 1 0,1-1-1,-1 0 1,0 1-1,1-1-10,0 1 1,-14-14 24,-7-1-9,-15-16 2,34 29-13,0 1 1,0 0 0,0 0 0,0-1 0,0 1 0,0 1 0,0-1-1,-1 0 1,1 0 0,0 1 0,0-1 0,-1 1 0,1 0 0,-1 0-1,1 0 1,0 0 0,-1 0 0,1 0 0,0 0 0,-3 1-6,-1 0 7,3 0-10,-1-1 1,1 1-1,0-1 0,0 1 1,0 0-1,0 0 1,1 0-1,-1 1 1,0-1-1,0 1 1,-2 1 2,0 7 3,0 0 0,0 0 1,1 1-1,0 1-3,3-9 1,-1 3-4,1 0-1,0 0 1,0 0-1,1 0 1,0 0-1,0 0 1,0 0-1,0 0 1,1 0-1,0-1 1,2 7 3,-2-9-5,1 1-1,-1-1 1,0 0 0,1 0 0,0 1 0,0-1 0,0 0 0,0-1 0,0 1 0,1 0 0,-1-1 0,1 1 0,0-1 0,0 0 0,0 0 0,0 0 0,0 0 0,0 0 0,0-1 0,1 1-1,-1-1 1,0 0 0,1 0 0,-1 0 0,1-1 0,0 1 0,-1-1 0,1 0 0,-1 0 0,1 0 0,0 0 0,-1-1 0,1 0 0,-1 1 0,1-1 0,-1 0 0,0-1 0,4 0 5,-5 1 1,0-1 0,0 1 1,0 0-1,0-1 0,0 1 1,0-1-1,0 1 0,-1-1 1,1 0-1,0 0 0,-1 0 1,0 0-1,1 0 0,-1 0 1,0 0-1,0 0 0,0-1 1,0 1-1,-1 0 0,1 0 1,-1-1-1,1 1 0,-1-1 1,0 1-1,0-1-1,5-18 9,-3 13-3,0 0-1,-1-1 0,0 1 1,0-7-6,-1 13 11,0-1 1,0 1 0,-1-1-1,1 0 1,-1 1 0,1-1-1,-1 1 1,0-1 0,0 1-1,0 0 1,-1-1 0,1 1 0,0 0-1,-1 0 1,0 0 0,1 0-1,-2-1-11,-2-2 13,1 0-1,-1 0 0,1-1 1,0 0-1,0 0 1,1 0-1,-1-2-12,3 8 0,1-1 1,0 1-1,-1-1 1,1 1-1,0-1 1,-1 1-1,1-1 1,0 1-1,-1-1 1,1 1-1,-1 0 1,1-1-1,-1 1 1,1 0-1,-1 0 1,1-1-1,-1 1 1,1 0-1,-1 0 1,0 0-1,1-1 1,-1 1-1,1 0 1,-1 0-1,1 0 1,-1 0-1,0 0 1,1 0-1,-1 0 1,0 1-1,1 1-2,-1 1 0,1 0 1,0-1-1,0 1 0,0 0 1,0 0-1,0-1 1,0 1-1,1 1 2,-1-4 0,9 55-14,-9-50 13,2 0-1,-1 1 0,1-1 0,0 0 0,0 0 0,0 0 0,1-1 1,-1 1-1,1 0 0,3 2 2,-6-7-3,0-1 0,0 1 0,0 0 0,0 0 1,0 0-1,0 0 0,0-1 0,0 1 0,0 0 0,0 0 0,0 0 1,0 0-1,0-1 0,0 1 0,0 0 0,1 0 0,-1 0 0,0 0 1,0 0-1,0 0 0,0-1 0,0 1 0,0 0 0,1 0 0,-1 0 1,0 0-1,0 0 0,0 0 0,0 0 0,1 0 0,-1 0 0,0 0 0,0 0 1,0 0-1,0 0 0,1 0 0,-1 0 0,0 0 0,0 0 0,0 0 1,1 0-1,-1 0 0,0 0 0,0 0 0,0 0 0,0 0 0,1 0 1,-1 0-1,0 0 0,0 0 0,0 0 0,0 1 0,0-1 0,1 0 1,-1 0-1,0 0 0,0 0 0,0 0 0,0 1 0,0-1 0,0 0 0,0 0 3,7-18-7,-3 11 8,16-31-6,-19 35 8,0 0 1,0 1 0,0-1-1,0 0 1,0 0 0,-1 1 0,1-1-1,-1 0 1,0 0 0,0 0 0,0 0-1,0 1 1,-1-1 0,1 0 0,-1 0-4,1 1 4,-1 1 1,1-1 0,-1 1-1,0-1 1,0 1 0,0-1-1,1 1 1,-1 0 0,-1-1-1,1 1 1,0 0 0,0 0-1,0 0 1,-1 0 0,1 0-1,0 0 1,-1 0 0,1 0-1,-1 1 1,1-1 0,-1 0-1,1 1 1,-1-1 0,0 1-1,1 0 1,-1-1-5,-8 20-28,9-16 28,-6 12 0,0 1 1,1-1-1,1 1 0,1 1 1,0-1-1,1 0 1,0 8-1,5-14-41,-2-10 35,0 0-1,0 0 1,1-1 0,-1 1-1,0 0 1,0 0-1,0 0 1,0 0-1,0 0 1,0 0 0,0 0-1,0 0 1,0 0-1,0 0 1,0 0-1,0-1 1,0 1 0,0 0-1,0 0 1,0 0-1,0 0 1,0 0-1,0 0 1,0 0 0,1 0-1,-1 0 1,0 0-1,0 0 1,0 0-1,0 0 1,0 0 0,0 0-1,0 0 1,0 0-1,0 0 1,0 0-1,1 0 1,-1 0 0,0 0-1,0 0 1,0 0-1,0 0 1,0 0-1,0 0 1,0 0 0,0 0 6,17-15-20,19-18 9,-34 32 11,-1-1 1,1 0-1,-1 0 0,0 1 1,1-1-1,-1 0 0,0 0 1,0 0-1,0-1 0,0 1 1,-1 0-1,1 0 1,0 0-1,-1-1 0,6-11 39,-8 11 2,0 0-1,0 0 1,0 1 0,0-1 0,-1 0-1,1 1 1,-1 0 0,0 0 0,-2-2-41,-43-16 4,47 19-4,-1 1 1,1-1 0,-1 1-1,1 0 1,-1 0 0,0 0 0,1 0-1,-1 0 1,1 0 0,-1 0-1,1 1 1,-1-1 0,1 1 0,-1-1-1,1 1 1,-1-1 0,1 1-1,-1 0 1,1 0 0,-1 0-1,-21 19 1,19-15 4,0-1-6,0 0 1,0 0 0,1 1 0,0-1 0,-1 1 0,2 0 0,-1-1 0,1 1-1,-1 1 1,1-1 0,-1 5 0,2-6-2,1 0-1,-1 0 1,1 0 0,0 0-1,0 0 1,1 1-1,-1-1 1,1 0-1,0 0 1,0 0 0,0 0-1,0-1 1,1 1-1,-1 0 1,1 0 0,2 1 2,0 3-3,-3-6-3,0 0 1,0 1 0,0-1-1,1 0 1,-1 0 0,0 0-1,1 0 1,0 0 0,-1-1-1,1 1 1,0 0 0,0-1 0,0 0-1,0 1 1,0-1 0,2 1 5,-4-2-14,0 0 5,0 0 0,0 0-5,27-16 56,-20 10-44,1 1 1,-1-1 0,-1-1 0,1 1 0,-1-1-1,0 0 1,-1 0 0,1-1 0,1-4 1,0 0-1,6-15-6,-12 25 19,-1 1 0,0 0-1,0 0 1,1-1 0,-1 1 0,0 0 0,0 0-1,0-1 1,0 1 0,-1 0 0,1 0 0,0-1 0,0 1-1,-1 0 1,1 0 0,-1 0 0,1-1 0,-1 1-1,1 0 1,-1 0 0,0-1-12,-3-3 17,0-1 0,1-1 0,0 1-1,0 0 1,-1-4-17,2 5 15,0 0 0,0 0 0,0 0 0,-1 1 0,0-1 0,0 1 0,-1-2-15,2 5 3,0-1 0,1 0-1,-1 1 1,0 0 0,0-1-1,-1 1 1,1 0 0,0 0-1,0 0 1,-1 0 0,1 0-1,0 1 1,-1-1 0,1 1-1,-1-1 1,1 1 0,-1 0-1,1 0 1,-1 0-3,2 1-2,0-1 1,1 0-1,-1 1 0,0-1 1,0 1-1,0-1 0,0 1 0,0 0 1,1-1-1,-1 1 0,0 0 1,0-1-1,1 1 0,-1 0 1,1 0-1,-1 0 0,1 0 1,-1-1-1,1 1 0,-1 0 1,1 0-1,0 0 0,-1 0 0,1 1 2,-5 10-7,-5 5 6,2-4-2,1 0 1,0 1 0,-3 12 2,9-22-5,0-1 0,0 1 0,0 0-1,1-1 1,-1 1 0,1 0 0,0-1 0,0 1 0,1 0 0,-1 0-1,1-1 1,0 1 0,0 0 0,0-1 0,0 1 0,1-1 0,-1 0-1,1 1 1,0-1 0,0 0 0,0 0 0,0 0 0,1 1 5,-1-2-5,0 0 1,1-1 0,-1 1 0,0 0-1,1-1 1,-1 1 0,1-1-1,-1 0 1,1 1 0,0-1 0,-1-1-1,1 1 1,0 0 0,0-1-1,0 1 1,-1-1 0,1 0 0,0 0-1,0 0 1,0 0 0,0-1 0,0 1-1,-1-1 1,1 1 0,0-1-1,0 0 1,-1 0 0,1-1 0,-1 1-1,1-1 5,5-2-4,-1 0 0,0-1 1,-1 0-1,1-1 0,-1 1 0,0-1 0,0-1 0,-1 1 0,0-1 0,0 0 0,0 0 1,-1 0-1,1-3 4,-3 5 7,0 1 1,0-1 0,0 0-1,0 0 1,-1 0-1,0 0 1,0 0 0,-1 0-1,1 0 1,-1 0-1,0-1 1,0 1 0,-1 0-1,1 0 1,-1 0 0,-1 0-1,1 0 1,-1 0-1,1 0 1,-1 1 0,-3-5-8,3 6 11,0-1 0,0 1 1,-1 1-1,0-1 1,1 0-1,-1 1 0,0-1 1,0 1-1,-1 0 1,1 0-1,0 0 0,-1 0 1,1 0-1,-1 1 1,0 0-1,1 0 0,-1 0 1,0 0-1,0 0 0,0 1 1,1 0-1,-1 0 1,0 0-1,-1 0-11,1 2 4,-1 0 0,1 0 1,0 1-1,-1-1 0,1 1 0,0 0 0,1 0 0,-1 0 0,0 2-4,0-2 0,-4 3 0,1 1-1,0-1 0,0 1 0,1 0 1,0 1-1,0-1 0,1 1 0,0 1 0,0-1 1,1 1-1,0-1 0,0 1 0,1 0 1,0 1-1,1-1 0,0 0 0,0 1 0,1 0 1,0 5 0,1-8-10,1 1 1,-1 0-1,1-1 0,1 1 1,-1-1-1,3 8 10,-3-13-2,0 0-1,0 1 0,0-1 1,0 1-1,1-1 1,-1 0-1,1 0 0,-1 0 1,1 0-1,0 0 1,-1 0-1,1 0 0,0-1 1,0 1-1,1-1 1,-1 1-1,0-1 0,0 0 1,1 0-1,-1 0 1,1 0-1,0 0 3,-1 0-3,1 0 1,0-1-1,0 1 0,0-1 1,0 1-1,0-1 0,0 0 1,0 0-1,0-1 0,0 1 1,0 0-1,0-1 0,0 0 1,-1 0-1,1 0 0,1 0 3,-1-1-1,0 0-1,-1-1 0,1 1 0,-1 0 1,1-1-1,-1 0 0,0 1 0,0-1 1,0 0-1,0 0 0,0 0 0,-1 0 1,2-3 1,4-11 9,1-1 0,-2 1 1,-1-1-1,0 0 0,-1-1 1,1-13-10,-5 26 11,-1 1 1,0-1-1,-1 1 0,1-1 1,-1 1-1,0 0 1,0 0-1,-1 0 1,1 0-1,-1 0 1,0 0-1,0 1 0,-1 0 1,1-1-1,-1 1 1,0 0-1,0 1 1,-1-1-1,1 1 1,-1 0-1,1 0 1,-1 0-1,0 1 0,-3-2-11,5 4 9,-12-1-5,14 2-6,0 0 1,0-1-1,0 1 1,0 0-1,0 0 1,0 0-1,0 0 1,0 0-1,0 0 0,0 1 1,1-1-1,-1 0 1,0 0-1,1 1 1,-1 0 1,-4 10-1,0 1 0,1-1 0,1 1 0,0 0 0,0 0 1,1 1-1,1 0 1,1-9-3,0 0 1,0 0-1,0 0 0,1 0 1,0-1-1,0 1 1,0 0-1,0-1 1,1 1-1,0 0 1,0 0 2,0-2-4,-1-1 0,1 0 0,0 1 0,0-1 0,0 0 1,0 0-1,0 0 0,1 0 0,-1 0 0,0 0 1,1-1-1,0 1 0,-1-1 0,1 0 0,0 1 0,0-1 1,-1-1-1,1 1 0,2 0 4,1 0-7,-4 0 3,1 0 1,-1 0-1,0-1 1,1 1-1,-1-1 0,0 1 1,1-1-1,-1 0 1,0 0-1,1 0 0,-1 0 1,1-1-1,-1 1 1,0-1-1,1 1 0,-1-1 1,0 0-1,0 0 1,1 0-1,-1 0 0,0 0 1,0 0-1,0-1 1,2-1 3,6-6 2,0 0 1,-1-1 0,0 0-1,-1-1 1,1 1 0,-1-3-3,-5 8 3,0 0 0,-1 0 0,1 0 0,-1 0 0,0-1 0,-1 1 0,1-1 0,-1 1 0,0-1 0,0 0 0,-1 1 0,0-1 0,0 0 0,0 1 0,-1-6-3,-1 6 9,0 1 0,0-1 0,-1 1 0,0-1 1,1 1-1,-1 0 0,-1 0 0,1 0 0,-1 1 0,1-1 0,-1 1 0,0 0 1,-5-3-10,1-1-6,8 7 7,-1-1-1,1 1 1,-1 0-1,0-1 1,1 1-1,-1-1 1,0 1-1,1 0 1,-1 0-1,0 0 1,0-1-1,1 1 1,-1 0-1,0 0 1,1 0-1,-1 0 1,0 0-1,0 0 1,1 0-1,-1 0 0,0 0 1,0 1-1,1-1 1,-1 0-1,0 0 1,1 1-1,-1-1 1,0 0-1,1 1 0,-2 0-2,0 1 0,0-1-1,1 1 1,-1-1-1,1 1 1,-1 0 0,1-1-1,0 1 1,0 0-1,0 0 1,0 0 0,-1 2 2,-2 4-1,0 0 0,1 1 0,0-1 0,1 1 0,0-1 0,0 1 0,1 0 0,0 0 0,0 0 0,1 0 0,0 0 0,1 0 0,0 0 0,1 1 1,-1-5-12,0-1 0,1 0-1,0 0 1,0 1-1,0-1 1,0 0-1,1-1 1,-1 1 0,1 0-1,2 1 13,-4-4-5,0 0 1,-1 0-1,1-1 0,0 1 0,0-1 0,0 1 1,0-1-1,0 1 0,0-1 0,0 1 0,0-1 1,0 0-1,0 0 0,0 0 0,0 1 1,0-1-1,0 0 0,0 0 0,1 0 5,0-1-4,0 1 0,-1-1 1,1 0-1,0 0 0,-1 1 0,1-1 0,-1 0 0,1 0 0,-1 0 0,0-1 0,1 1 1,-1 0-1,0 0 0,0-1 0,0 1 0,1-1 4,1-3 2,0 1 0,0-1-1,0 0 1,0 0 0,-1-1 0,0 1-1,0 0 1,0-1 0,-1 1 0,0-1-1,0 0 1,0 1 0,-1-1 0,0 0-1,0 0 1,0 1 0,-1-1 0,1 0-1,-2 0-1,2 4 7,0 1 0,-1-1 0,1 1 0,-1-1-1,0 1 1,0 0 0,1-1 0,-1 1 0,0 0-1,0 0 1,0 0 0,0-1 0,0 1 0,-1 0-7,2 1 0,-1-1 1,1 1 0,-1 0 0,1 0 0,-1 0-1,1 0 1,-1 0 0,1 0 0,-1 0 0,1 0-1,-1 0 1,1 0 0,-1 0 0,1 0 0,0 0-1,-1 0 1,1 0 0,-1 0 0,1 1 0,-1-1 0,1 0-1,-1 0 0,-13 15-18,13-14 18,-6 7-3,1 1 1,0 0-1,1 0 0,0 0 1,0 1-1,1-1 0,0 1 1,1 0-1,-1 6 3,1-5-9,3-9 5,-1 1 1,0-1 0,0 1 0,1 0-1,-1-1 1,1 1 0,0-1-1,0 1 1,0 0 0,0-1-1,0 1 1,1-1 0,-1 1 0,1-1-1,0 1 1,-1-1 0,1 1-1,0-1 1,2 3 3,-3-7-30,1-1 1,0 1-1,0 0 0,0 0 1,0 0-1,0 0 0,1 0 0,-1 0 1,1 0-1,1-1 30,6-10-12,15-22 22,-17 17-75,-7 18 71,0-1 1,0 1-1,0-1 0,0 1 1,0 0-1,0-1 0,0 1 0,0-1 1,0 1-1,0 0 0,-1-1 1,1 1-1,0 0 0,0-1 0,0 1 1,-1 0-1,1-1 0,0 1 0,0 0 1,-1-1-1,1 1 0,0 0 1,-1 0-1,1-1-6,-2 1-9,0-1 0,1 1 1,-1-1-1,0 1 0,0-1 1,0 1-1,1 0 0,-1 0 0,0 0 1,0 0-1,0 0 9,-2 1-271,4-1-165,0 0-243,1-1-453,3 0 510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6:59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98 360,'-40'4'6575,"-8"9"-6920,43-12 699,-4 2-279,-1 0 0,1 0 0,0 1-1,0 0 1,-4 3-75,8-3 10,0 0-1,0 0 0,1 1 1,-1-1-1,1 1 1,0 0-1,-1 3-9,3-6-1,1 0-1,-1 0 1,1 0-1,0 0 1,0 0-1,0 0 1,0 1-1,0-1 1,0 2 1,-2 4-19,7 2-8,0-3 24,2 4 5,-4-7-1,0 0 0,0 1 0,1-1-1,-1-1 1,1 1 0,0 0 0,0-1 0,1 2-1,39-4-69,-8 3 49,-34-4 19,-1 1 0,1-1 0,0 0 0,-1 0 0,1 0 0,0 0 0,-1-1 0,1 1 0,0 0 0,-1 0 1,1 0-1,0 0 0,-1-1 0,1 1 0,-1 0 0,1 0 0,0-1 0,-1 1 0,1-1 0,-1 1 0,1 0 1,-1-1-1,1 1 0,-1-1 0,0 1 0,1-1 0,-1 0 0,1 1 0,-1-1 0,0 1 0,0-1 0,1 1 1,-1-1-1,0 0 0,0 1 0,0-2 1,0 2 5,0-1 0,1 1 1,-1-1-1,0 1 0,0-1 0,0 1 1,0 0-1,1-1 0,-1 1 1,0-1-1,0 1 0,1-1 0,-1 1 1,0 0-1,1-1 0,-1 1 0,0 0 1,1-1-1,-1 1 0,1 0 1,-1-1-1,0 1 0,1 0 0,-1 0 1,1 0-1,-1-1 0,1 1 0,-1 0 1,1 0-1,-1 0 0,1 0 1,-1 0-6,0-34 305,-3-2-240,3 34-53,-1-1-1,0 0 0,0 1 1,0-1-1,-1 0 0,1 1 1,0 0-1,-1-1 1,0 1-1,1 0 0,-1 0 1,0 0-1,-1-1-11,-7-8 3,8 7 6,0 1 0,0 0 0,-1 0 0,1 0 0,-1 0 0,0 0 0,0 1 0,0-1 0,0 1 0,-1-1 0,1 1-1,0 0 1,-1 1 0,0-1 0,1 1 0,-1-1 0,0 1 0,0 0 0,0 1 0,0-1 0,-1 0-9,-10 21-12,8-11 16,1 1 0,0 0 1,1 0-1,0 1 0,0-1 0,1 1 0,-1 6-4,-5 17-24,9-33 16,1-1-9,0 0-10,0 0 7,0 0-4,0 0-5,0 0 5,4 1 8,56 25 13,-57-26 1,1 1 0,-1 0 0,1-1 0,-1 0-1,1 0 1,-1 0 0,1 0 0,-1 0 0,1-1 0,-1 0-1,1 0 1,-1 0 0,0 0 0,1 0 0,-1 0 0,0-1-1,0 0 1,0 1 0,1-2 2,2-1 11,-1 1-15,1 0 0,-1-1 0,-1 1-1,1-1 1,0-1 0,-1 1 0,0-1 0,0 1 0,3-6 4,-6 8 15,1 0-1,-1 0 1,0-1 0,1 1-1,-1 0 1,-1-1-1,1 1 1,0 0-1,0-1 1,-1 1 0,1-1-1,-1 1 1,0-1-1,0 1 1,0-1-1,0 1 1,0-1 0,-1 1-1,1-1 1,-1 1-1,0-1 1,1 1 0,-1 0-1,0-1-14,-4-5 18,1 0 0,-1 0 0,-1 0-1,1 1 1,-1 0 0,-1 0 0,0 0-18,5 6 2,0-1-1,0 0 1,0 1 0,-1-1 0,1 1 0,0 0-1,-1 0 1,1 0 0,-1 0 0,1 0-1,-1 1 1,0-1 0,1 1 0,-1-1-1,0 1 1,0 0 0,1 0 0,-1 0-1,0 1 1,1-1 0,-1 1 0,0-1 0,1 1-1,-1 0 1,1 0 0,-1 0 0,1 0-1,0 1 1,-2 0-2,-31 20-1,32-19 1,0-1 0,0 1 0,1 0 0,-1 0 0,1 0 0,-1 0 0,1 0 0,0 1 0,0-1 0,1 1 0,-1-1 0,1 1 0,-1 3 0,-4 6 0,0 0-8,1 1 0,0-1 0,1 1 0,-1 8 8,4-19-3,1-1 0,0 1 0,0-1 1,0 0-1,0 1 0,0-1 0,1 0 1,-1 1-1,1-1 0,-1 0 0,1 0 0,0 1 1,0-1-1,0 0 0,0 0 0,1 0 1,-1 1 2,3 1-13,-1 1 1,1-1-1,0 0 1,0 0 0,0 0-1,2 2 13,-3-5-4,-1 1 0,0-1 0,1 0-1,-1 0 1,1 0 0,-1 0-1,1 0 1,-1 0 0,1-1 0,0 1-1,-1-1 1,1 0 0,0 0-1,-1 1 1,1-2 0,2 1 4,1-1-13,0 0 0,-1-1 1,1 1-1,0-1 0,-1 0 1,1-1-1,0 1 13,-5 1 1,0 0 1,0 1-1,0-1 1,0 0-1,0 0 0,0 1 1,0-1-1,-1 0 1,1 0-1,0 0 0,0 0 1,-1 0-1,1 0 1,0 0-1,-1 0 0,1 0 1,-1-1-1,1 0-1,3-30 91,-4 30-88,1-3 0,0 0 8,-1-1 0,1 0 0,-1 0 0,-1 0 0,1 0 0,-1 0 0,0 0 0,0 1 0,0-1 0,-1 0-1,0 1 1,-2-5-11,-2-1 52,0 0 0,-1 1 0,-7-9-52,11 16 6,0 0 1,1 0-1,-1 0 0,0 1 1,0 0-1,0-1 1,-1 1-1,1 0 1,0 0-1,-1 1 1,1-1-1,-1 1 0,0-1 1,0 1-7,3 1-1,1 0 1,-1 0 0,1-1 1,-1 1-1,1 0 0,-1 0 0,1 0 0,-1 0 0,1-1 0,-1 1 0,1 0 0,-1 0 0,1 0 0,-1 0 0,0 0 1,1 0-1,-1 0 0,1 1 0,-1-1 0,1 0 0,-1 0 0,1 0 0,-1 0 0,1 1 0,-1-1 0,1 0 0,-1 1 1,1-1-1,-1 0 0,1 1 0,0-1 0,-1 0 0,1 1 0,0-1 0,-1 1 0,1-1 0,0 1 0,-1-1 1,1 1-1,0-1 0,0 1 0,-10 11-7,-22 25 0,29-32 8,0-1 1,0 1-1,0 0 0,1-1 1,-1 1-1,1 1 0,0-1 1,1 0-1,-1 0 0,1 1 0,0-1 1,1 1-1,-1-1 0,1 5-1,-6 28-41,5-36 38,1 0 0,-1 0-1,1 0 1,-1 0 0,1 0-1,0 0 1,0 0 0,0 0-1,0 0 1,0 0 0,0 0-1,0 0 1,1 0 0,-1 0-1,1 0 1,-1 0-1,1 0 1,0-1 0,0 1-1,0 0 1,0 0 0,0-1-1,0 1 1,0 0 0,1-1-1,-1 1 1,1-1 0,-1 0-1,1 1 4,0-1-4,0 0 0,1 0 0,-1 0 0,0 0 0,0 0 0,1 0 0,-1-1 0,0 1 0,1-1 0,-1 0 0,1 1-1,-1-1 1,1 0 0,-1-1 0,0 1 0,1 0 0,-1-1 0,1 1 0,-1-1 0,0 0 0,0 0 0,1 0 0,-1 0 0,0 0 4,39-23 14,-1-2 0,1-4-14,-24 18 13,-16 11-2,0 0-1,0 0 1,0 0-1,0-1 1,0 1-1,-1 0 1,1 0-1,0-1 0,-1 1 1,1-1-1,-1 1 1,1-1-1,-1 1 1,0-1-1,1 1 1,-1-1-1,0 1 1,0-1-1,0 1 1,0-1-1,0 1 1,-1-1-1,1 1 1,0-1-1,-1 0-10,-14-43 115,10 30-73,1 7-11,1 0 1,-1 0-1,0 0 0,-1 0 1,0 1-1,0-1 0,-1 2 0,-4-6-31,5 7 13,1 0 0,-1 1 0,0 0-1,-1 0 1,1 0 0,-1 1-1,1 0 1,-1 0 0,0 0-1,0 0 1,0 1 0,-1 0-13,3 2-5,0 0 0,0 0 1,-1 1-1,1-1 0,0 1 1,0 0-1,0 0 0,0 0 5,0 11-14,2-2 10,-5 19 2,2 1 0,1-1 0,-1 24 2,6-45-11,-1 0 0,1 0 0,1-1 0,-1 1 1,1 0-1,0-1 0,3 5 11,-4-9-3,0 0-1,0-1 1,0 1 0,1 0 0,-1-1 0,1 1 0,0-1 0,-1 0 0,1 0-1,0 0 1,0 0 0,1 0 0,-1 0 0,0 0 0,1-1 0,-1 1 0,1-1-1,-1 1 1,1-1 0,0 0 0,-1 0 0,1 0 3,1-1-3,-1 1-1,1-1 1,-1 1 0,1-1 0,-1-1-1,1 1 1,-1 0 0,1-1-1,-1 1 1,1-1 0,-1 0 0,0 0-1,1-1 4,1-1 0,0 0-1,0 0 1,0 0-1,-1-1 0,0 0 1,0 0-1,3-3 1,17-13 9,-21 18-8,0 0-1,0 0 1,-1 0-1,1 0 1,0-1-1,-1 1 1,0-1-1,1 1 1,-1-1-1,0 0 0,0 0 1,-1 0-1,1 0 1,-1 0-1,1-3 0,0 0 8,0 0 0,-1-1 1,0 1-1,0-1 0,-1 0 0,0 1 0,0-1 0,0 1 0,-1-1 0,0 0 1,-1 1-1,1-1 0,-1 1 0,0 0 0,-1 0 0,1 0 0,-1 0 0,0 0 0,-1 0 1,0 1-1,0-1 0,0 1 0,-3-2-8,3 3 10,-1-2 2,-1 1 0,-1 0 0,1 1 0,-1-1-1,0 0-11,5 5 0,1-1-1,-1 0 0,1 0 0,-1 1 0,0-1 0,1 1 0,-1-1 0,0 1 0,1 0 0,-1 0 0,0 0 0,1 0 0,-1 0 0,0 0 1,1 0-1,-1 0 0,0 1 0,1-1 0,-1 1 0,0-1 0,1 1 0,-1-1 0,1 1 0,-1 0 0,1 0 0,-1 0 1,0 1-2,-1 1 0,1-1-1,0 1 1,0 0 0,1 0-1,-1-1 1,0 1-1,1 0 1,0 0 0,0 0-1,0 1 1,0-1 0,0 0-1,1 0 1,-1 1 0,1 0 2,-2 4-5,0 3-3,1 1 0,-1 0 0,2 0 1,0 0-1,0-1 0,1 1 0,0 0 1,1 0-1,1-1 0,2 7 8,-5-16-5,1 0 0,0 0 0,1 0 0,-1 0 0,0 0 0,0 0 0,1 0 0,-1 0 0,1 0 0,0-1 0,-1 1 0,1 0 0,0-1 0,0 0 0,0 1 0,0-1 0,0 0 0,1 0 0,-1 0 0,0 0 0,0-1 0,1 1 0,1 0 5,-1-1-4,0 1 0,0-1 1,0 0-1,0 0 0,0 0 1,0 0-1,-1 0 0,1 0 1,0-1-1,0 0 0,0 1 1,0-1-1,0 0 0,-1 0 1,1-1-1,-1 1 0,1-1 1,0 1-1,0-1 4,-2 0 6,0 1 0,-1-1 1,1 1-1,0-1 0,0 1 1,-1-1-1,1 1 0,-1-1 0,1 1 1,-1-1-1,1 0 0,-1 1 1,0-1-1,0 0 0,0 1 0,0-1 1,0 0-1,-1-1-6,1-13 6,1 10-4,-1-31 6,0 35-1,-1 0 1,1 0-1,0 0 0,-1 0 0,1 0 0,-1 0 0,0 0 0,0 0 0,0 1 1,0-1-1,0 0 0,0 1 0,0-1 0,0 1 0,-1-1 0,1 1 1,-1-1-1,1 1 0,-1 0 0,1 0-7,-8-5-22,9 5 14,-1 1 0,0-1 1,0 0-1,1 1 0,-1-1 0,0 1 0,0-1 0,0 1 0,0-1 0,0 1 0,0 0 0,0 0 0,0-1 0,0 1 0,0 0 0,0 0 8,0 0-4,0 1 0,0-1 0,0 1 0,0 0 0,0-1-1,0 1 1,0 0 0,0 0 0,0 0 0,0 0 0,1-1-1,-1 1 1,0 0 0,0 0 0,1 1 0,-1-1-1,1 0 1,-1 0 0,1 0 0,-1 1 4,-5 11-4,0 0 0,1 0 1,1 0-1,0 1 0,0 0 0,1 3 4,3-10-7,-1 0 0,1 0-1,1 1 1,-1-1 0,1 0-1,1 1 1,-1-1 0,1 1 7,-1-5-11,0 0 1,0-1 0,0 1-1,0 0 1,0 0 0,1-1-1,-1 1 1,1-1 0,-1 1-1,1-1 1,0 0-1,0 0 1,0 1 0,0-2-1,0 1 1,1 0 0,-1 0-1,1-1 1,-1 1 0,1-1-1,1 1 11,-4-2 0,0 0 0,1 0-1,-1 1 1,0-1 0,1 0-1,-1 0 1,0 0 0,0 0-1,1 0 1,-1 0 0,0 0-1,1 0 1,-1 0 0,0 0-1,0-1 1,1 1 0,-1 0-1,0 0 1,1 0 0,-1 0-1,0 0 1,0 0 0,1 0-1,-1-1 1,0 1 0,0 0-1,0 0 1,1 0 0,-1-1-1,0 1 1,0 0 0,0 0-1,0-1 1,1 1 0,-1 0-1,0 0 1,0-1 0,0 1-1,0 0 1,0 0 0,0-1-1,0 1 1,0 0 0,0-1-1,0 1 1,0 0 0,0-1-1,0 1 1,0 0 0,0 0-1,0-1 1,0 1 0,0 0 0,0-2 1,0 0 0,1 0 0,-1 0 0,1 0 1,0 0-1,-1 0 0,1 0 0,0 0 1,0 0-1,1-1-1,30-37 0,-30 39 5,-1-1 0,1 0 1,-1 0-1,1 0 0,-1 0 1,0 0-1,0 0 0,0 0 1,0 0-1,0 0 0,-1 0 1,1-1-1,-1 1 0,1 0 1,-1-1-1,0 1 0,1 0 0,-2-1 1,1 1-1,0 0 0,0-1 1,-1 1-1,1 0 0,-1-1-5,-1-1 18,0 0-1,-1 0 1,0 0-1,0 1 1,0-1-1,0 1 1,0 0-1,0 0 0,-4-2-17,-7-8-20,14 13 1,0 0 11,-1 0 0,1 0 1,-1 0-1,1 0 0,0 0 0,-1 0 0,1 0 0,-1 0 0,1 1 0,0-1 0,-1 0 0,1 0 1,0 0-1,-1 0 0,1 1 0,0-1 0,-1 0 0,1 0 0,0 1 0,0-1 0,-1 0 0,1 1 1,0-1-1,0 0 0,0 1 0,-1-1 8,-4 22-8,2-13 4,1 1 0,0 0 0,1 0 0,0 2 4,1-11-3,0 0 1,0 0-1,0 0 0,0 0 1,0 0-1,0 0 0,0 0 1,0 0-1,0 0 1,1 0-1,-1-1 0,0 1 1,1 0-1,-1 0 0,1 0 1,-1 0-1,1-1 1,-1 1-1,1 0 0,0 0 1,-1-1-1,1 1 0,0 0 1,-1-1-1,1 1 3,1 0-7,0 0 0,0 0 0,0 0 1,0-1-1,0 1 0,0-1 0,1 1 0,-1-1 0,0 0 0,0 1 0,1-1 7,4 0-16,0-1 0,0 1 0,0-1 0,0 0 0,0-1 0,4-1 16,-8 2 10,-1 0 0,0 0 0,0 0 0,0 0 0,0 0 0,0 0 0,0-1 0,0 1 0,0-1 0,0 1 0,0-1 0,-1 0 0,1 0 0,-1 0 0,1 0-1,-1 0 1,0 0 0,0 0 0,0 0 0,1-3-10,-1 1 14,0 1 1,-1-1-1,1 0 0,-1 0 0,0 0 0,0 0 1,0 0-1,-1 0 0,1 0 0,-1 1 0,0-1 1,-1-2-15,0 0 11,0 0 1,0 0 0,-1 0-1,0 0 1,0 1 0,0-1-1,-1 1 1,0 0 0,0 0-1,0 0 1,0 0 0,-1 1 0,0 0-1,0 0 1,0 0 0,-2 0-12,5 3 1,-1 0 1,1 0 0,0 0-1,0 1 1,0-1-1,0 1 1,0 0 0,-1-1-1,1 1 1,0 0 0,0 0-1,-1 1 1,1-1 0,0 0-1,0 1 1,0-1-1,-1 1 1,1 0 0,-1 0-2,-4 3-7,1 0 1,0 0 0,0 0 0,1 0-1,-3 3 7,-5 4-7,10-8 6,1-1 0,-1 1 0,1-1 1,0 1-1,0 0 0,1 0 0,-1 0 1,1 0-1,-1 0 0,1 0 0,0 0 1,0 1 0,-10 45-10,7-30-2,3-13 2,0 1 1,0 0-1,0-1 0,1 1 0,0 0 1,0-1-1,0 1 0,1 0 1,1 2 9,-2-7-6,1-1 0,-1 1-1,1 0 1,-1-1 0,1 1 0,0-1 0,0 0 0,0 1 0,0-1 0,0 1 0,0-1 0,0 0 0,1 0 0,-1 0 0,0 0 0,0 0 0,1 0 0,-1 0 0,1 0 0,-1 0-1,1-1 1,0 1 0,-1-1 0,1 1 0,-1-1 0,1 1 0,0-1 0,-1 0 0,1 0 0,0 0 0,-1 0 0,1 0 0,0 0 0,-1-1 0,1 1 0,0 0 0,-1-1 0,2 0 6,3-1 2,0-1 1,0 1-1,0-1 1,-1 0-1,1-1 1,-1 1 0,0-1-1,0 0 1,0 0-1,0-1 1,-1 0-1,0 1 1,0-1 0,2-4-3,-5 7 20,0 0 0,0 1 0,0-1 0,0 0 0,-1 1 0,1-1 0,-1 0 0,1 0 0,-1 0 0,0 0 0,1 0 1,-1 0-1,0 1 0,0-1 0,-1 0 0,1 0 0,0 0 0,-1 0 0,1 0 0,-1 0 0,1 1 0,-1-1 1,0 0-1,0 0 0,0 0-20,-4-7 48,0 1 1,-1 0 0,0 1 0,-5-6-49,-1-1 5,11 13-4,0-1-1,-1 1 0,1 0 1,-1 0-1,1 0 0,-1 0 0,1 0 1,-1 0-1,0 0 0,1 0 1,-1 0-1,0 1 0,0-1 1,1 1-1,-1 0 0,0-1 0,0 1 1,0 0-1,0 0 0,0 0 1,1 0-1,-1 0 0,0 1 0,0-1 1,0 0-1,0 1 0,1-1 0,-3 1-2,1 0-1,0 1 1,0-1-1,0 0 1,0 1-1,1 0 1,-1 0 0,0 0-1,1 0 1,-1 0-1,1 0 1,-1 1-1,1-1 1,-2 3 2,2 0-6,0 0 0,0 0 0,1 1 1,0-1-1,-1 1 0,2-1 0,-1 1 0,1 0 7,-5 23-26,2-19 16,0-1 0,1 0 0,1 1 0,0-1 0,0 1 0,1 8 9,0-16-5,0-1 0,0 1 0,0-1 0,0 1 0,1-1 0,-1 1 0,1-1 0,-1 1 0,1-1 0,0 0 0,-1 1 0,1-1 0,0 0 0,0 1 0,0-1 0,0 0 0,0 0 0,0 0 0,1 1 5,0-1-5,0-1-1,0 1 0,0-1 1,-1 1-1,1-1 0,0 1 0,0-1 1,0 0-1,0 0 0,0 0 0,0 0 1,0 0-1,0-1 0,0 1 1,0 0-1,0-1 0,0 1 0,-1-1 1,3-1 5,0 0 0,1 0 1,-1 0-1,0-1 1,0 1 0,0-1-1,0 0 1,0 0 0,0-1-1,-1 1 1,0-1-1,0 0 1,0 0 0,2-3-1,5-11 10,0 1 1,5-17-11,-3 7 9,-10 22 3,0 1 0,0-1 0,-1 0-1,0 0 1,0 0 0,0 0 0,0 0 0,-1 0 0,0 0-1,0-1 1,-1 1 0,1 0 0,-1 0 0,0 0-1,-1-1-11,-3-10 39,0 0 0,-2 0 0,-8-14-39,14 27 1,0 1-2,0 1-1,1-1 1,-1 1-1,0-1 1,0 1-1,0-1 1,0 1 0,-1 0-1,1 0 1,0-1-1,-1 1 1,1 0-1,0 0 1,-1 0 0,1 0-1,-1 1 1,0-1-1,1 0 1,-1 1-1,1-1 1,-1 1 0,0-1-1,0 1 1,1 0-1,-1-1 1,0 1-1,0 0 1,0 0 1,1 1-3,0 0 1,0 0-1,0 0 0,0-1 0,0 1 1,0 0-1,1 0 0,-1 0 0,0 0 1,0 1-1,1-1 0,-1 0 1,1 0-1,-1 0 0,1 1 3,-5 7-6,-3 4 2,1 0-1,1 1 0,0 0 1,-3 13 4,5-15-11,1 0 1,0 1-1,1-1 0,-1 13 11,3-21-7,0 1 0,1-1 0,-1 1 0,1 0-1,0-1 1,0 1 0,0-1 0,1 0-1,0 1 1,0-1 0,0 0 0,0 0-1,0 0 1,1 0 0,1 1 7,-2-3-7,0-1 0,-1 0 0,1 0 0,0 0 0,0 0 0,0 0 0,0 0 0,0 0 0,0 0 0,0-1 0,0 1 0,0-1 0,1 0 0,-1 0 0,0 1 0,0-1 0,0-1 0,0 1 0,1 0 0,-1 0 0,0-1 0,0 1 0,1-1 7,9-2-19,-1-1 0,1 1 1,6-5 18,-9 4-4,1-2 0,-1 1 0,0-1 1,4-5 3,15-8 1,-27 18 2,0 0 0,0 1-1,1-1 1,-1 0 0,0 0 0,0 0-1,0 0 1,0 0 0,0-1-1,0 1 1,0 0 0,-1 0 0,1-1-1,0 1 1,-1 0 0,1-1 0,-1 1-1,1 0 1,-1-1 0,1 1-1,-1-1 1,0 1 0,0-1 0,0 1-1,0-1-2,0-1 7,-1 0 1,0 0-1,0 0 0,0 0 0,0 0 0,0 1 1,-1-1-1,1 0 0,-1 1 0,0-1 0,1 1 0,-2-1-7,-5-6 18,1 2 0,-1-1 0,-1 1 0,1 0 0,-1 1 0,-7-4-18,13 8-1,-1 1 0,0-1 0,1 0 0,-1 1 0,0 0 0,0 0 1,0 0-1,0 1 0,0-1 0,0 1 0,0 0 0,0 0 0,0 0 1,0 1-1,0-1 0,0 1 0,0 0 0,0 0 0,0 0 0,1 1 1,-1 0-1,0-1 0,0 2 1,-1 0-3,0 0 0,0 1 0,0 0 0,0 0 0,1 1 0,0-1 0,0 1 0,0 0 0,0 0 0,1 0 0,-1 0 0,1 1 0,1-1 0,-3 7 3,0 4-6,0 0 0,1 1 1,1 0-1,0 0 0,2 0 0,0 0 0,1 15 6,0-30-5,0-1 0,0 1 1,0 0-1,0-1 0,1 1 1,-1-1-1,0 1 0,1 0 0,-1-1 1,1 1-1,0-1 0,0 1 0,-1-1 1,1 1-1,0-1 0,0 0 1,0 1-1,0-1 0,2 1 5,-2-1-7,0-1 1,1 1-1,-1 0 0,0-1 1,1 0-1,-1 1 0,0-1 1,1 0-1,-1 1 0,1-1 0,-1 0 1,1 0-1,-1 0 0,0-1 1,1 1-1,-1 0 0,1 0 1,0-1 6,4-1-10,0 0 1,0-1-1,-1 0 1,1 0 0,0 0-1,-1-1 1,0 1 0,0-1-1,1-1 10,-2 0 4,1 1 0,-1-1 0,0 0 1,-1-1-1,1 1 0,-1 0 0,0-1 0,0 0 0,-1 0 0,0 0 0,0 0 0,0 0 0,-1 0 1,0 0-1,0-2-4,0 3 17,-1-1 0,1 1 0,-1 0 0,-1-1 0,1 1 0,-1 0 0,0 0 1,0-1-1,-1 1 0,1 0 0,-1 0 0,0 0 0,0 1 0,-1-1 0,0 0 0,0 1 0,0-1 1,0 1-18,1 1 0,0 0 1,-1 0 0,1 1-1,-1-1 1,0 1 0,1-1-1,-1 1 1,0 0 0,-1 0 0,1 0-1,0 1 1,0-1 0,-1 1-1,1 0 1,-1 0 0,1 0-1,-1 0 1,0 0 0,1 1 0,-1 0-1,-1-1 0,5 2 1,-1-1-1,0 1 0,0-1 1,1 1-1,-1-1 1,0 1-1,1-1 0,-1 1 1,1 0-1,-1-1 0,1 1 1,-1 0-1,1 0 0,0-1 1,-1 1-1,1 1 0,-5 5 1,-20 35-1,23-39-7,0 1 0,1-1 0,0 1 0,0 0 0,0 0 0,0 0 0,1 0 0,-1 0 0,1-1 0,0 1 0,0 0 0,1 0 0,-1 0 0,1 0 0,-1 0 0,1 0 0,1-1 0,-1 1 0,0 0 0,1-1 0,0 1 0,0-1 0,0 1 1,0-1-1,0 0 0,1 0 0,0 0 0,-1 0 0,1 0 0,0-1 0,0 1 0,0-1 0,1 0 0,-1 0 0,1 0 0,-1-1 0,1 1 0,-1-1 0,4 2 7,-5-3-3,0 0 1,0 0-1,0 0 0,0 0 1,0 0-1,0 0 0,0-1 1,-1 1-1,1 0 0,0-1 1,0 0-1,0 1 0,-1-1 1,1 0-1,0 0 0,-1 0 1,1 0-1,-1 0 0,1 0 1,-1-1-1,2 0 3,11-8 17,-13 8-4,-1 0 0,0 0-1,1 0 1,-1 0 0,0 0-1,0 0 1,-1 0 0,1 0-1,0 0 1,-1 0 0,1 0-13,-1-7 12,-5-31 15,6 38-82,0 0 1,-1 0-1,0 1 1,1-1 0,-1 0-1,0 1 1,0-1-1,0 1 1,0-1-1,0 1 1,0 0-1,0-1 1,0 1-1,-1 0 1,1 0-1,0 0 1,-1 0-1,1 0 1,-1 0-1,1 0 1,-1 0-1,0 0 1,1 1-1,-1-1 1,0 1 0,1-1-1,-1 1 1,0 0-1,0 0 1,1 0-1,-1 0 1,0 0-1,-1 0 55,1 0-615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7:13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0 808,'0'0'452,"0"0"-48,0 0-137,0 0-34,0 1-139,-1-1-1,1 0 0,0 0 0,-1 0 0,1 0 0,0 0 0,-1 1 0,1-1 0,0 0 0,-1 0 0,1 1 0,0-1 0,-1 0 0,1 0 0,0 1 0,0-1 0,-1 0 0,1 1 0,0-1 0,0 0 0,0 1 0,-1-1 0,1 1 0,0-1 1,0 0-1,0 1 0,0-1 0,0 0 0,0 1 0,0-1-93,-4 22 378,-2-1 1,-3 11-379,-6 18 320,13-43-315,-58 205 448,41-154-105,-3-2 0,-20 36-348,19-42 48,2 1 1,3 1-1,1 1 0,1 9-48,15-57-8,-13 51 119,-13 29-111,20-68-95,-1 1 0,0-1 0,-1-1 0,0 0 0,-2 0 0,-8 10 95,9-14-192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7:14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75 240,'-1'-13'116,"1"9"65,0 0 1,-1 0 0,1 0-1,-1 0 1,1 0 0,-1 0-1,0 0 1,-1 1 0,1-1 0,-1 0-1,1 1 1,-1-1 0,0 1-1,-1-1-181,3 4 58,0 0 0,1 0-1,-1 0 1,0 0 0,0 0-1,0 0 1,0 0 0,0-1-1,0 1 1,0 0 0,0 0-1,0 0 1,0 0 0,1 0-1,-1 0 1,0 0 0,0 0-1,0 0 1,0 0 0,0 0-1,0-1 1,0 1 0,0 0-1,0 0 1,0 0 0,0 0 0,0 0-1,0 0 1,0 0 0,0 0-1,0-1 1,0 1 0,0 0-1,0 0 1,0 0 0,0 0-1,0 0 1,0 0 0,0 0-1,0 0 1,0-1 0,0 1-1,0 0 1,0 0 0,0 0-1,0 0 1,0 0 0,0 0-1,-1 0 1,1 0 0,0 0-1,0 0 1,0 0 0,0 0-1,0-1 1,0 1 0,0 0-1,0 0 1,0 0-58,20 13 443,54 62-157,-31-28-209,64 73 66,-84-95-125,1 0 0,26 19-18,-25-23 3,-1 1 0,-1 2 0,6 8-3,-22-22-8,0 0-1,-1 1 0,0-1 0,-1 2 1,0-1-1,2 6 9,19 76 18,-8-24-5,-12-50 20,0 2-41,1 0 0,1-1 0,1 0 0,2 2 8,-8-16-13,1 0 0,0 0 0,1-1 0,-1 1 0,1-1 0,0 0 0,1 0 0,-1 0 0,1-1 0,0 0 1,0 0-1,0 0 0,0-1 0,4 1 13,18 6-132,1-2-1,1 0 1,-1-2 0,1-2 0,8 0 132,9 2-1753,-38-4 473,-1 5 560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7:17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415 299 616,'-6'-21'1363,"1"-1"-1099,-16-61 2981,-7-5-3245,27 83 71,-1 0 0,0 0 0,0 0 1,-1 0-1,0 0 0,0 1 0,0-1 0,0 1 0,-1 0 1,1 0-1,-1 0 0,0 0 0,0 1 0,-1-1 0,1 1 1,-1 0-1,1 1 0,-1-1 0,-3 0-71,5 2 6,3 0 4,-1 1 0,0-1 0,1 1 0,-1 0 0,0-1 0,0 1 0,1 0 0,-1 0-1,0 0 1,0 0 0,1-1 0,-1 1 0,0 0 0,0 0 0,0 1 0,1-1 0,-1 0 0,0 0-10,-20 18 106,8-3-93,-7 6 34,1 1 0,0 1 0,2 1 0,-5 11-47,-10 16 37,21-36 0,1 2 0,-6 13-37,1 2 131,7-16-86,0 0 0,1 0 0,1 1-1,1 0 1,0 0 0,-1 10-45,3 3 32,1 0 1,1 0-1,2 0 1,1 0-1,1 0 1,2 0-1,1 0 1,1-1-1,2 2-32,-6-21 0,10 34 11,2 0 1,2-1-1,1 0 0,3-2 0,5 8-11,-24-47 2,0 1 0,0 0 0,0-1-1,0 1 1,1-1 0,-1 1 0,1-1 0,-1 0 0,1 0-1,0 0 1,0 0 0,0-1 0,0 1 0,0-1 0,0 0-1,0 0 1,0 0 0,1 0 0,-1 0 0,0-1 0,1 0 0,-1 1-1,0-1 1,1 0 0,-1-1 0,1 1 0,-1-1 0,0 1-1,0-1 1,3-1-2,10-4 14,0 0 0,-1-1 0,0-1 0,-1 0 0,11-9-14,-3 3-14,1-1 26,-2-2 0,0 0 0,0-1 1,4-8-13,4-2-11,-21 18 21,-1 0 0,0-1 0,0 1 0,-1-2 0,0 1-1,-1-1 1,-1 1 0,1-1 0,-1-4-10,1 3-11,1-9 17,0-1 0,-2 0-1,0 0 1,-2 0 0,-1 0-6,-1 7 2,-1 1-1,-1-1 1,-1 1 0,0 0-1,-1 0 1,0 0 0,-4-6-2,-12-47 73,16 44-72,1 7-8,-1 0 0,0 0 0,-1 0 0,0 1 0,-2 0-1,0 0 1,-5-8 7,-20-41 28,24 47-6,0 0 0,-1 1 0,-2-1-22,8 15-3,0 1 1,0-1-1,0 1 1,0 0-1,0 0 1,0 0-1,-1 1 1,1-1-1,-1 1 3,-11-7 45,10 5-292,0 1 0,1-1-1,-1 1 1,0 0 0,0 0-1,0 1 1,-1 0 0,1 0-1,-3-1 248,6 2-716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7:17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1120,'1'-1'26,"0"0"-1,0 0 1,0 1-1,0-1 1,0 0-1,0 1 1,0-1-1,0 1 1,0-1-1,1 1 1,-1 0-1,0 0 1,0-1-1,0 1 1,1 0-1,-1 0 1,0 0 0,0 0-1,1 0 1,-1 1-1,0-1 1,0 0-1,0 1 1,1-1-1,-1 0 1,0 1-1,0-1 1,0 1-1,1 0-25,0 1 70,1-1-1,0 1 0,-1 0 1,1 0-1,-1 0 0,1 0 1,-1 1-1,0-1 1,0 1-1,1 1-69,7 17 463,0 0 1,-1 1 0,-2 0-1,0 0 1,3 20-464,-4-15 103,1 0 1,2-1-1,10 23-103,18 29 469,3 18-469,-28-67 82,2-1 1,15 24-83,6 11-1904,-29-51 1377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7:19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47 552 904,'-7'-14'288,"0"0"0,1 0 0,0-1 0,1 0 0,1 0 0,1 0 0,0-1 0,0 1 0,2-1-1,0 1 1,1-1 0,0 0 0,1 1 0,2-6-288,0 1 106,1-1-1,1 1 1,1-1-1,1 1 1,0 1-1,2-1 1,0 2 0,1-1-1,1 1 1,6-7-106,-9 14 16,1 1 1,0 0 0,0 1-1,1-1 1,0 2 0,0 0-1,4-2-16,-10 7 0,1 0-1,-1 1 0,1-1 1,0 1-1,0 0 0,0 0 1,0 1-1,0 0 0,0 0 1,0 0-1,0 0 0,0 1 1,1 0-1,-1 0 0,0 0 1,0 0-1,1 1 0,-1 0 1,3 1 0,7 4 5,0 1 1,0 1 0,-1 0-1,0 1 1,0 0 0,-1 1-1,0 0 1,-1 1-1,0 1 1,-1 0 0,-1 1-1,1 0 1,-2 0 0,0 1-1,-1 0 1,0 1 0,2 5-6,-5-5 53,0 1 0,-1 0 0,-1 0 1,0 0-1,-2 0 0,1 0 0,-2 1 1,0-1-1,-1 0 0,-1 1 0,-2 9-53,-2 5 56,-2 0-1,0 0 1,-3-2-1,0 1 1,-9 14-56,8-21-1,0 0 1,-2 0 0,-1-2 0,-1 1 0,-15 15 0,20-25 29,-1-1 1,-1 0-1,1-1 0,-2 0 0,1-1 1,-1 0-1,-1-1 0,1-1 0,-15 5-29,25-10 34,0-1 0,0 0 0,0 0 0,0 0 0,0 0 1,0-1-1,-1 1 0,1-1 0,0 0 0,0-1 0,0 1 0,-1-1 0,1 1 0,0-1 0,0-1 0,0 1 0,0 0 0,0-1 0,0 0 0,-2-2-34,2 2 14,1-1-1,-1 0 1,1 0 0,0-1-1,0 1 1,0-1-1,0 0 1,1 1 0,0-1-1,-1 0 1,1-1-1,1 1 1,-1 0-1,0-1 1,1 1 0,0 0-1,0-1 1,0-3-14,0-15 8,0 0 0,2 1 0,0-1 0,2 0 0,0 1 0,2 0 0,0 0 0,1 0 0,2 0 0,3-5-8,-11 25-1,0 1 0,1-1 0,-1 1 1,1-1-1,-1 1 0,1-1 0,0 1 0,0 0 0,-1-1 1,1 1-1,0 0 0,0 0 0,0 0 0,1 0 1,-1 0-1,0 0 0,0 0 0,0 0 0,1 0 1,-1 0-1,0 0 0,1 1 0,-1-1 0,1 1 0,-1-1 1,1 1-1,-1 0 0,1-1 0,-1 1 0,1 0 1,-1 0-1,1 0 0,0 0 0,-1 0 0,1 0 1,-1 1-1,1-1 0,-1 0 0,1 1 0,-1 0 1,0-1-1,1 1 0,-1 0 0,1-1 0,-1 1 0,1 1 1,7 4-7,0 1-1,-1-1 1,0 2-1,-1-1 1,0 1-1,3 3 8,91 118-14,22 24 34,-95-122-24,1 0 0,1-3-1,23 16 5,-42-35-7,0-2 0,1 1 0,0-1 0,0-1 0,1 0-1,-1-1 1,2 0 0,-1-1 0,4 0 7,-7-2-10,1 0-1,0-1 1,0-1 0,0 0 0,0 0-1,0-1 1,0 0 0,0-1 0,0 0-1,-1-1 1,10-4 10,21-10-265,-1-2 0,-1-2 0,10-8 265,-21 13-328,20-13 21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7:20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1 784,'17'17'176,"8"9"-464,-1 1 536,5 7 8,2 3-48,-1 3-112,7 3 16,0 8 160,2 0 40,3 8 49,-1 2-25,-5 1-160,0-1-64,-11-9-160,-1-4-256,-4-13 208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7:21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1 516 760,'0'-45'1442,"-1"6"-597,2-1 0,2 1 0,1-3-845,-2 29 15,1 1 1,0 0-1,1 0 0,0 0 0,0 0 0,2 0 0,-1 1 0,2 0 0,-1 0 1,1 1-1,6-7-15,2 1 78,0 1-1,0 1 1,2 0 0,0 2 0,0-1 0,1 2 0,0 0-1,1 2 1,1 0 0,-1 1 0,1 0 0,1 2 0,-1 1 0,19-3-78,-24 5-3,0 1 0,0 1 0,0 0 0,0 1 1,0 1-1,0 1 0,0 0 0,0 0 0,-1 1 0,1 1 1,-1 1-1,0 0 0,0 1 0,0 0 0,-1 1 1,0 1-1,0 0 0,-1 1 0,0 0 0,0 1 1,1 2 2,-6-5 4,-1 1 0,0 0 0,0 0 0,-1 0 0,0 1 0,0-1 1,-1 1-1,0 0 0,0 1 0,-1-1 0,-1 1 0,1-1 1,-2 1-1,1 0 0,-1 0 0,-1 0 0,0 0 0,0 0 0,-1 0 1,0 0-1,-1-1 0,0 1 0,0 0 0,-1-1 0,-1 0 0,1 1 1,-3 1-5,2-2 66,-1 0 0,-1 0 0,1 0 0,-1-1 0,-1 0 0,0 0 0,0-1 0,0 0 0,-1 0 0,-6 4-66,10-8 9,0-1 0,0 0 0,-1 0 0,1 0 0,0 0 0,-1 0 0,1-1 0,-1 0 0,1 0-1,-1 0 1,0-1 0,0 0 0,1 0 0,-1 0 0,0 0 0,1-1 0,-1 1 0,0-1 0,1 0 0,-1-1 0,1 1 0,-1-1 0,1 0-1,-1 0-8,-10-6 12,1-1-1,0 0 0,0-1 1,1 0-1,0-1 0,-3-5-11,21 22-22,-1 0 0,0 0 0,0 0-1,3 5 23,2 6-8,31 50 35,-8-13 8,4 2-35,-23-38-2,0-1 0,1-1 1,0-1-1,1 0 0,4 1 2,0-1-73,0-2 0,1 0 0,1-1 0,0-1 0,1-2 0,0 0 0,0-1 0,1 0-1,0-2 1,0-1 0,0-1 0,1-1 0,-1-1 0,1-2 0,0 0 0,0-1 0,16-3 73,5-6-414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7:21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0 277 3593,'5'-1'76,"0"1"0,0-1 0,-1 1 0,1 0 0,0 1 0,0-1 1,0 1-1,-1 0 0,1 0 0,0 1 0,-1-1 0,1 1 0,-1 0 0,1 0 1,-1 0-1,0 1 0,0-1 0,1 2-76,7 7 99,0 0 0,0 1 0,-1 0 1,7 11-100,-8-11 71,0 0 1,0-1 0,1 0 0,0-1 0,6 4-72,94 55 382,-107-65 673,-10-6-509,-18-11-324,11 4-161,0-1-1,1-1 0,0 1 1,1-2-1,0 0 0,1 0 1,1-1-1,-3-4-60,-8-15 112,1-1 0,1-1 0,-7-24-112,21 48-32,0 0 0,1-1 0,0 1 1,1-1-1,0 0 0,1 0 0,0 0 0,0 0 1,2 0-1,-1 1 0,1-1 0,1 0 0,0 0 1,0 0-1,1-1 32,0 6-179,-1 1 1,1 0-1,0 0 1,0 0-1,0 0 1,4-4 178,11-10-362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7:22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 4081,'0'-1'792,"-2"1"-1872,1 0 680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7:22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60 584,'-9'15'290,"-1"-2"47,1 1 0,1 1 0,0 0 1,1 0-1,1 0 0,0 1 0,-2 10-337,8-20 40,-1 1 0,1 0 0,0 0 1,0 0-1,1 0 0,0 0 0,0 0 0,0-1 0,1 1 0,0 0 1,1-1-1,-1 0 0,1 1 0,1-1 0,-1 0 0,1 0 0,0-1 1,0 1-1,3 2-40,-3-4 5,0 0 0,0 0 0,1-1 1,-1 0-1,1 1 0,0-1 0,0-1 0,0 1 1,1-1-1,-1 0 0,0 0 0,1 0 1,-1-1-1,1 0 0,0 0 0,-1 0 1,1-1-1,0 0 0,0 0 0,-1 0 0,1-1 1,0 0-1,3-1-5,1-1 48,-1 0 0,0-1 1,1 0-1,-1 0 0,0-1 0,-1 0 1,0-1-1,1 0 0,-2 0 0,1-1 0,-1 0 1,0 0-1,0 0 0,0-2-48,0 0 110,0-1-1,-1 0 1,0 0-1,0-1 1,-1 1-1,-1-1 1,0 0 0,0-1-1,-1 1 1,-1-1-1,2-10-109,-4 16 6,0 1-1,-1-1 1,1 0-1,-1 1 1,0-1 0,-1 1-1,1-1 1,-1 1-1,0-1 1,-1 1-1,1 0 1,-1 0-1,-2-2-5,0-1 34,0 1-1,-1-1 1,0 1-1,0 1 1,0-1-1,-1 1 1,-7-5-34,11 9-41,1 1 1,-1-1-1,0 1 1,0 0-1,0 0 0,0 0 1,0 0-1,-1 0 1,1 1-1,0 0 0,0-1 1,0 1-1,0 0 1,-2 1 40,-8-2-558,-6 0 141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7:23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2016,'11'28'921,"3"1"-598,0 1 1,3-2 0,0 0 0,1-1 0,6 4-324,17 13 499,2-3 0,2-1 0,1-2 0,5-1-499,21 19 360,-47-35-281,-1 2 0,-1 1 0,0 0 0,-2 2 0,-1 0 0,2 7-79,23 29 78,-72-111 279,2-1 0,2-2 0,2 0 1,-1-10-358,20 54-3,1 0 0,-1 0 1,1 0-1,0 0 0,1 0 1,0 0-1,1 0 1,-1 0-1,1 0 0,1 0 1,-1 0-1,2 1 1,-1-1-1,1 0 0,0 1 1,0 0-1,1 0 0,0 0 1,0 0-1,1 0 1,0 1-1,0 0 0,0 0 1,1 0-1,0 1 0,0 0 1,1 0-1,4-3 3,-7 6-2,-1 0 0,1 1 1,0-1-1,0 1 0,0 0 0,0 0 0,0 0 0,0 0 0,0 1 0,0 0 1,0 0-1,0 0 0,0 0 0,3 1 2,0 1-1,0-1 0,-1 1 1,1 1-1,-1-1 0,0 1 0,0 0 1,0 1-1,3 2 1,11 9-21,-1 1 0,-1 1 1,0 1-1,8 11 21,-12-13-42,-7-8 27,-1-1 0,0 1 0,-1 0 1,0 0-1,0 1 0,0 0 0,-1 0 0,-1 0 1,0 0-1,0 0 0,0 1 0,-1 0 0,0 8 15,-2-14-44,1 1 0,-1 0 0,-1 0 0,1 0-1,-1 0 1,0-1 0,0 1 0,0 0 0,0-1 0,-1 1-1,0-1 1,0 1 0,0-1 0,-1 0 0,1 0-1,-1 0 1,0 0 0,0 0 0,-1 0 0,1-1 0,-1 0-1,1 0 1,-1 0 0,0 0 0,0 0 0,-1-1-1,1 0 1,-2 1 44,3-1-212,-1-1-1,1 0 1,0 0-1,0 0 1,-1 0-1,1-1 1,-1 1-1,1-1 1,0 0-1,-1 0 1,1 0-1,-1 0 213,-17-7-809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7:24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14 712,'-7'-13'2990,"20"31"-888,4 4-2056,13 13 240,-2 1-1,17 30-285,49 89 431,36 37-431,15-5 60,-139-179-67,1 1 1,-1-1-1,1-1 0,1 0 0,0 0 0,7 6 7,-12-12 7,0 1 0,0 0 0,0-1 0,0 0 0,0 1 0,0-1 0,0-1-1,1 1 1,-1 0 0,1-1 0,-1 0 0,0 1 0,1-1 0,-1-1 0,0 1 0,1 0-1,-1-1 1,0 0 0,1 1 0,-1-1 0,0-1 0,1 1-7,16-8-125,0 0-1,-2-1 1,1-1 0,-1-1 0,-1-1 0,0 0-1,-1-1 1,0 0 0,0-2 125,8-12-463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7:24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168 362 3929,'17'-9'968,"3"0"-973,0-1-1,0-2 1,-1 0 0,-1-1-1,0 0 1,-1-2 0,5-5 5,-17 13 18,0 1 0,0-1 0,-1 0-1,0 0 1,-1 0 0,0 0 0,0-1 0,0 1 0,-1-1 0,0 0 0,0 0 0,-1 0 0,0 0 0,-1 0 0,0 0 0,0-6-18,-1 8-13,1 1 0,-1-1 0,0 1 0,-1 0 0,1 0 1,-1-1-1,0 1 0,-1 0 0,1 1 0,-1-1 0,0 0 0,0 1 0,0-1 1,-1 1-1,1 0 0,-1 0 0,0 0 0,0 1 0,0 0 0,-1-1 1,0 1-1,1 1 0,-1-1 0,0 1 0,-1-1 13,2 2 2,0 0-1,-1 0 1,1 0 0,0 0-1,-1 1 1,1 0 0,0 0 0,-1 0-1,1 0 1,0 1 0,-1-1-1,1 1 1,0 0 0,-1 1-1,1-1 1,0 1 0,0-1-1,0 1 1,0 1 0,1-1-1,-1 0 1,-1 2-2,-10 8 10,0 1 1,1 0-1,1 1 0,-7 8-10,14-15-9,-18 21 34,-20 28-25,38-46 31,0 0 0,0 0-1,1 1 1,0-1 0,1 1 0,0 0-1,0 0 1,1 3-31,-1 5 83,1 1-1,1-1 1,1 1-1,0-1 1,2 1-1,0-1 1,1 1-1,2 2-82,-3-13 23,2 0 0,0 1 0,0-1 0,0-1 0,1 1 0,1 0 1,-1-1-1,1 0 0,1 0 0,-1-1 0,2 1 0,-1-1 0,1 0 0,0-1 0,0 0 0,0 0 0,7 4-23,-7-6 16,0-1-1,0 0 0,0 0 1,0 0-1,0-1 0,0 0 1,1-1-1,-1 0 0,1 0 1,-1 0-1,1-1 0,-1 0 1,1 0-1,-1-1 0,1 0 1,-1-1-1,1 1 0,-1-1 1,3-2-16,15-5-248,0-2 0,-1 0 0,0-2 0,18-12 248,-8 2-1197,-2-1 502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47:25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1 499 2649,'0'6'49,"1"-1"1,0 0 0,0 0 0,0 0 0,0 0 0,1 0 0,0 0 0,0 0 0,0 0 0,1 0 0,-1-1-1,1 0 1,0 1 0,1-1 0,-1 0 0,4 3-50,1 1 221,1-1-1,-1 0 1,2 0-1,-1-1 0,1 0 1,0-1-1,4 2-220,34 16 624,-4-2 454,36 11-1078,-102-52 924,-6-5-786,-16-19-138,33 32 53,0 0 0,1-1 1,0-1-1,1 0 0,-6-13-53,7 6 78,1 0 0,1 0 0,1 0 0,1-1 0,1 1-1,1-1 1,0 0 0,2-16-78,1 27 2,0 1 0,1-1-1,0 0 1,0 1 0,2-1 0,-1 1 0,3-4-2,-5 9-1,2 0 1,-1 1-1,0-1 1,1 1 0,0-1-1,0 1 1,0 0 0,1 0-1,-1 0 1,1 1 0,0-1-1,0 1 1,0 0 0,0 0-1,1 1 1,1-2 0,-3 3 0,0 0 0,-1 0 0,1 1-1,0-1 1,0 1 0,0-1 0,0 1 0,0 0 0,-1 0 0,1 1 0,0-1 0,0 0 0,0 1 0,0 0-1,2 0 1,0 2 0,0-1 0,0 1-1,0-1 1,0 1 0,0 1-1,-1-1 1,0 1 0,1 0 0,9 10-1,-2 0 0,0 1 1,-1 0-1,4 8 1,33 57-8,-27-43 13,1-1 0,6 5-5,-22-32-52,-3-6 338,-3-17 9,0 1-268,-3-50 14,0 1-65,3-35 24,2 76-5,0 0-1,1 0 1,1 1 0,1 0-1,1-1 1,7-15 5,-10 28-2,0 1-1,0 0 1,1 0 0,0 0-1,1 1 1,2-4 2,-6 9-5,1-1-1,0 0 1,0 0 0,0 0 0,1 1-1,-1-1 1,0 1 0,0 0 0,1 0-1,-1 0 1,1 0 0,-1 0 0,1 0 0,-1 1-1,1-1 1,0 1 0,-1 0 0,1-1-1,0 1 1,-1 0 0,1 1 5,6 0-14,0 0 0,0 1 0,0 0 0,0 0 0,0 1 0,0 1 0,-1-1 0,0 1 0,0 1 0,0 0 0,0 0 0,5 5 14,10 9 84,-2 2 0,0 0 1,5 9-85,-8-10-98,0 0 1,1-1-1,1-2 0,7 6 98,-20-18-156,0 0-1,1-1 1,0 0-1,0 0 0,0-1 1,0 0-1,0 0 0,0-1 1,1 0-1,-1-1 0,1 1 1,0-2-1,-1 1 0,1-1 1,3-1 156,35-7-758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51:03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368 473 3841,'1'-3'276,"1"1"1,-1-1-1,0 0 0,0-1 1,-1 1-1,1 0 0,0 0 1,-1-1-277,0 4 20,0-1 1,0 1-1,0-1 1,0 1 0,0 0-1,0-1 1,-1 1-1,1-1 1,0 1 0,0 0-1,0-1 1,0 1-1,-1 0 1,1-1 0,0 1-1,0 0 1,-1 0-1,1-1 1,0 1 0,0 0-1,-1-1 1,1 1-1,0 0 1,-1 0 0,1 0-1,-1-1-20,0 1 38,0 0 0,0 0 1,0 0-1,-1 0 0,1 0 0,0 0 0,-1 0 0,1 0 0,0 0 0,0 0 1,0 1-1,-1-1 0,1 1-38,-9 2 104,1 1-1,0 0 1,0 0 0,-3 3-104,3-1 167,-1-1 1,0-1-1,-7 3-167,5-3 139,0-1 1,0 0-1,0-1 0,0 0 0,-1-1 0,1-1 0,-8 0-139,14 0 52,-1-1 0,0 0-1,1 0 1,-1-1 0,1 0-1,-1 0 1,1-1 0,0 1 0,0-2-1,0 1 1,0 0 0,1-1-1,-1 0 1,-3-4-52,4 3 40,0 0-1,0 0 1,0-1-1,1 0 1,0 0-1,0 0 1,0 0-1,1 0 1,0-1-1,0 1 1,1-1-1,0 0 1,0-1-40,-1-4 36,2-1 1,0 0 0,0 1 0,1-1-1,1 1 1,0-1 0,1-3-37,0 3 37,0-1 1,1 0 0,0 1-1,1-1 1,1 1-1,0 0 1,1 1-1,0-1 1,1 1-1,0 0 1,1 1-1,0 0 1,1 0-1,9-8-37,-12 13 7,0 0-1,0 0 1,1 1-1,0 0 1,0 0-1,0 1 0,0 0 1,1 0-1,0 1 1,0 0-1,-1 0 1,2 1-7,15-5 1,-18 5 8,1 0-1,-1 1 1,1 0 0,0 0-1,-1 0 1,4 0-9,-7 2 4,0-1 1,0 1-1,-1-1 0,1 1 0,0 0 1,0 0-1,0 0 0,0 0 0,-1 1 1,1-1-1,-1 1 0,1 0 0,-1-1 1,1 1-1,-1 0 0,2 2-4,12 15 40,0 1-1,-1 1 1,-1 0-1,11 23-39,-6-11-26,18 22 26,-24-37 6,-2 0-1,0 0 0,-1 1 1,-1 0-1,-1 1 1,0 0-1,-2 1 1,0-1-1,-2 1 1,0 0-1,0 6-5,6 66 54,-3 0 1,-4 0-1,-7 52-54,3-137 2,1 0 0,0 0 0,0 0 1,1 0-1,0 0 0,0 0 0,3 5-2,-4-11 0,1-1-1,-1 1 0,1 0 1,0-1-1,0 1 1,0-1-1,0 1 1,0-1-1,0 1 1,1-1-1,-1 0 0,0 1 1,1-1-1,-1 0 1,1 0-1,-1 0 1,1 0-1,-1 0 1,1-1-1,0 1 1,-1 0-1,1-1 0,0 1 1,0-1-1,-1 0 1,1 0-1,0 1 1,0-1-1,0 0 1,0 0-1,-1-1 0,1 1 1,0 0-1,0-1 1,0 1 0,16-5 38,1 0 0,-1-2 0,0 0 0,0-1 0,-1 0 0,0-2 0,0 0 1,-1-1-1,-1-1 0,1 0 0,-2-1 0,0 0 0,-1-1 0,0-1 0,-1 0 0,0-2-38,-2 4 30,0 1 0,1 0-1,10-9-29,11-12-81,-25 27-37,11-12-2376,-20 17 2003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51:04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 5137,'-5'-7'1820,"10"10"-1145,20 18-444,80 75 597,-10-5 324,69 88-1152,-122-131 68,46 42 83,-45-47-88,35 46-63,-74-85-44,13 23-992,-15-16 729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2T09:51:05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2 639 1272,'-1'-20'1793,"1"17"-1724,1-68 2032,-1 62-1919,1-1 0,1 0 1,0 1-1,0 0 0,1 0 0,0-1 1,1 0-183,45-77 643,-19 36-433,-10 20-122,1 2 0,2 0 0,0 1-1,2 2 1,1 0 0,12-7-88,-23 19 20,1 2 0,0-1 0,1 2 0,1 0 0,-1 2 0,2-1 0,-1 2 0,1 1 0,1 0 0,-1 1 0,1 1 0,0 1 0,4 1-20,15-2-11,1 3-1,0 1 1,-1 2 0,1 1-1,-1 3 1,39 8 11,-56-8-19,0 1-1,0 1 1,-1 0 0,1 2-1,-2 1 1,0 0 0,0 1-1,-1 2 1,0 0 0,-1 0-1,0 2 1,13 15 19,-18-13-13,1 0 1,-2 1-1,-1 1 0,0 0 1,-1 0-1,6 20 13,7 25 9,7 36-9,-21-68 6,-1 1-1,-2 0 0,-2 0 0,-1 0 1,-1 1-1,-2-1 0,-1 1 0,-2-1 1,-1 0-1,-2 0 0,-1 0 1,-2-1-1,-1 0 0,-1 0 0,-1-1 1,-2-1-1,-2 0 0,0-1 0,-12 14-5,-75 95-610,42-58 394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7BAC4-41F0-4ADE-8482-0210655DA602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BF6CE5-7E93-4212-8C77-8741B88A9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63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8437" y="4862148"/>
            <a:ext cx="2677795" cy="196214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8437" y="4862148"/>
            <a:ext cx="2677795" cy="196214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278437" y="4862148"/>
            <a:ext cx="2677795" cy="196214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278437" y="4862148"/>
            <a:ext cx="2677795" cy="196214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278437" y="4862148"/>
            <a:ext cx="2677795" cy="196214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3468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1"/>
                </a:lnTo>
              </a:path>
            </a:pathLst>
          </a:custGeom>
          <a:ln w="50800">
            <a:solidFill>
              <a:srgbClr val="33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60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2256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35964" y="475871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36.png"/><Relationship Id="rId21" Type="http://schemas.openxmlformats.org/officeDocument/2006/relationships/image" Target="../media/image27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40.png"/><Relationship Id="rId7" Type="http://schemas.openxmlformats.org/officeDocument/2006/relationships/image" Target="../media/image20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2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35.png"/><Relationship Id="rId40" Type="http://schemas.openxmlformats.org/officeDocument/2006/relationships/customXml" Target="../ink/ink20.xml"/><Relationship Id="rId45" Type="http://schemas.openxmlformats.org/officeDocument/2006/relationships/image" Target="../media/image39.png"/><Relationship Id="rId5" Type="http://schemas.openxmlformats.org/officeDocument/2006/relationships/image" Target="../media/image19.png"/><Relationship Id="rId15" Type="http://schemas.openxmlformats.org/officeDocument/2006/relationships/image" Target="../media/image24.png"/><Relationship Id="rId23" Type="http://schemas.openxmlformats.org/officeDocument/2006/relationships/image" Target="../media/image28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26.png"/><Relationship Id="rId31" Type="http://schemas.openxmlformats.org/officeDocument/2006/relationships/image" Target="../media/image32.png"/><Relationship Id="rId44" Type="http://schemas.openxmlformats.org/officeDocument/2006/relationships/customXml" Target="../ink/ink22.xml"/><Relationship Id="rId4" Type="http://schemas.openxmlformats.org/officeDocument/2006/relationships/customXml" Target="../ink/ink2.xml"/><Relationship Id="rId9" Type="http://schemas.openxmlformats.org/officeDocument/2006/relationships/image" Target="../media/image21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30.png"/><Relationship Id="rId30" Type="http://schemas.openxmlformats.org/officeDocument/2006/relationships/customXml" Target="../ink/ink15.xml"/><Relationship Id="rId35" Type="http://schemas.openxmlformats.org/officeDocument/2006/relationships/image" Target="../media/image34.png"/><Relationship Id="rId43" Type="http://schemas.openxmlformats.org/officeDocument/2006/relationships/image" Target="../media/image38.png"/><Relationship Id="rId8" Type="http://schemas.openxmlformats.org/officeDocument/2006/relationships/customXml" Target="../ink/ink4.xml"/><Relationship Id="rId3" Type="http://schemas.openxmlformats.org/officeDocument/2006/relationships/image" Target="../media/image18.png"/><Relationship Id="rId12" Type="http://schemas.openxmlformats.org/officeDocument/2006/relationships/customXml" Target="../ink/ink6.xml"/><Relationship Id="rId17" Type="http://schemas.openxmlformats.org/officeDocument/2006/relationships/image" Target="../media/image25.png"/><Relationship Id="rId25" Type="http://schemas.openxmlformats.org/officeDocument/2006/relationships/image" Target="../media/image29.png"/><Relationship Id="rId33" Type="http://schemas.openxmlformats.org/officeDocument/2006/relationships/image" Target="../media/image33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4C71F-2A60-161A-5817-D65A5D68E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584775"/>
          </a:xfrm>
        </p:spPr>
        <p:txBody>
          <a:bodyPr/>
          <a:lstStyle/>
          <a:p>
            <a:r>
              <a:rPr lang="en-US" dirty="0"/>
              <a:t>PDE4444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E3D453-D92E-80B0-0093-5D941AD43F59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276999"/>
          </a:xfrm>
        </p:spPr>
        <p:txBody>
          <a:bodyPr/>
          <a:lstStyle/>
          <a:p>
            <a:r>
              <a:rPr lang="en-US" dirty="0"/>
              <a:t>Week 2 Part 2: Binary Classification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726348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5" y="1187703"/>
            <a:ext cx="4185920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Our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data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is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composed by </a:t>
            </a:r>
            <a:r>
              <a:rPr sz="1900" dirty="0">
                <a:solidFill>
                  <a:srgbClr val="00B0F0"/>
                </a:solidFill>
                <a:latin typeface="Cambria Math"/>
                <a:cs typeface="Cambria Math"/>
              </a:rPr>
              <a:t>𝑛</a:t>
            </a:r>
            <a:r>
              <a:rPr sz="1900" spc="-45" dirty="0">
                <a:solidFill>
                  <a:srgbClr val="00B0F0"/>
                </a:solidFill>
                <a:latin typeface="Cambria Math"/>
                <a:cs typeface="Cambria Math"/>
              </a:rPr>
              <a:t> </a:t>
            </a:r>
            <a:r>
              <a:rPr sz="1900" spc="-5" dirty="0">
                <a:solidFill>
                  <a:srgbClr val="00B0F0"/>
                </a:solidFill>
                <a:latin typeface="Calibri"/>
                <a:cs typeface="Calibri"/>
              </a:rPr>
              <a:t>observations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78900"/>
              </a:lnSpc>
              <a:spcBef>
                <a:spcPts val="1989"/>
              </a:spcBef>
            </a:pP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Each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observation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contains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an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independent  value of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7505" y="2197100"/>
            <a:ext cx="5148895" cy="648253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92125" indent="-454025">
              <a:lnSpc>
                <a:spcPct val="100000"/>
              </a:lnSpc>
              <a:spcBef>
                <a:spcPts val="434"/>
              </a:spcBef>
              <a:buClr>
                <a:srgbClr val="A6A6A6"/>
              </a:buClr>
              <a:buSzPct val="88888"/>
              <a:buFont typeface="Arial"/>
              <a:buChar char="•"/>
              <a:tabLst>
                <a:tab pos="491490" algn="l"/>
                <a:tab pos="492125" algn="l"/>
              </a:tabLst>
            </a:pPr>
            <a:r>
              <a:rPr sz="1800" dirty="0">
                <a:solidFill>
                  <a:srgbClr val="00026A"/>
                </a:solidFill>
                <a:latin typeface="Cambria Math"/>
                <a:cs typeface="Cambria Math"/>
              </a:rPr>
              <a:t>𝒙 = </a:t>
            </a:r>
            <a:r>
              <a:rPr sz="1800" spc="45" dirty="0">
                <a:solidFill>
                  <a:srgbClr val="00026A"/>
                </a:solidFill>
                <a:latin typeface="Cambria Math"/>
                <a:cs typeface="Cambria Math"/>
              </a:rPr>
              <a:t>[𝑥</a:t>
            </a:r>
            <a:r>
              <a:rPr lang="en-US" sz="1950" spc="67" baseline="-17094" dirty="0">
                <a:solidFill>
                  <a:srgbClr val="00026A"/>
                </a:solidFill>
                <a:latin typeface="Cambria Math"/>
                <a:cs typeface="Cambria Math"/>
              </a:rPr>
              <a:t>1</a:t>
            </a:r>
            <a:r>
              <a:rPr sz="1800" spc="45" dirty="0">
                <a:solidFill>
                  <a:srgbClr val="00026A"/>
                </a:solidFill>
                <a:latin typeface="Calibri"/>
                <a:cs typeface="Calibri"/>
              </a:rPr>
              <a:t>,..., </a:t>
            </a:r>
            <a:r>
              <a:rPr sz="1800" spc="19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r>
              <a:rPr lang="en-US" sz="1950" spc="284" baseline="-17094" dirty="0">
                <a:solidFill>
                  <a:srgbClr val="00026A"/>
                </a:solidFill>
                <a:latin typeface="Cambria Math"/>
                <a:cs typeface="Cambria Math"/>
              </a:rPr>
              <a:t>m</a:t>
            </a:r>
            <a:r>
              <a:rPr sz="1800" spc="190" dirty="0">
                <a:solidFill>
                  <a:srgbClr val="00026A"/>
                </a:solidFill>
                <a:latin typeface="Cambria Math"/>
                <a:cs typeface="Cambria Math"/>
              </a:rPr>
              <a:t>]</a:t>
            </a:r>
            <a:r>
              <a:rPr lang="en-US" sz="1950" spc="284" baseline="27777" dirty="0">
                <a:solidFill>
                  <a:srgbClr val="00026A"/>
                </a:solidFill>
                <a:latin typeface="Cambria Math"/>
                <a:cs typeface="Cambria Math"/>
              </a:rPr>
              <a:t>T</a:t>
            </a:r>
            <a:r>
              <a:rPr sz="1950" spc="284" baseline="27777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(</a:t>
            </a:r>
            <a:r>
              <a:rPr sz="1800" dirty="0">
                <a:solidFill>
                  <a:srgbClr val="00B0F0"/>
                </a:solidFill>
                <a:latin typeface="Cambria Math"/>
                <a:cs typeface="Cambria Math"/>
              </a:rPr>
              <a:t>𝑚 </a:t>
            </a:r>
            <a:r>
              <a:rPr sz="1800" dirty="0">
                <a:solidFill>
                  <a:srgbClr val="00B0F0"/>
                </a:solidFill>
                <a:latin typeface="Calibri"/>
                <a:cs typeface="Calibri"/>
              </a:rPr>
              <a:t>independent</a:t>
            </a:r>
            <a:r>
              <a:rPr sz="1800" spc="254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B0F0"/>
                </a:solidFill>
                <a:latin typeface="Calibri"/>
                <a:cs typeface="Calibri"/>
              </a:rPr>
              <a:t>variables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)</a:t>
            </a:r>
            <a:endParaRPr sz="1800" dirty="0">
              <a:latin typeface="Calibri"/>
              <a:cs typeface="Calibri"/>
            </a:endParaRPr>
          </a:p>
          <a:p>
            <a:pPr marL="492125" indent="-454025">
              <a:lnSpc>
                <a:spcPct val="100000"/>
              </a:lnSpc>
              <a:spcBef>
                <a:spcPts val="335"/>
              </a:spcBef>
              <a:buClr>
                <a:srgbClr val="A6A6A6"/>
              </a:buClr>
              <a:buSzPct val="88888"/>
              <a:buFont typeface="Arial"/>
              <a:buChar char="•"/>
              <a:tabLst>
                <a:tab pos="491490" algn="l"/>
                <a:tab pos="492125" algn="l"/>
              </a:tabLst>
            </a:pPr>
            <a:r>
              <a:rPr sz="1800" dirty="0">
                <a:solidFill>
                  <a:srgbClr val="00026A"/>
                </a:solidFill>
                <a:latin typeface="Cambria Math"/>
                <a:cs typeface="Cambria Math"/>
              </a:rPr>
              <a:t>𝑦 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(</a:t>
            </a:r>
            <a:r>
              <a:rPr sz="1800" dirty="0">
                <a:solidFill>
                  <a:srgbClr val="00026A"/>
                </a:solidFill>
                <a:latin typeface="Cambria Math"/>
                <a:cs typeface="Cambria Math"/>
              </a:rPr>
              <a:t>1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continuous 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dependent</a:t>
            </a:r>
            <a:r>
              <a:rPr sz="1800" spc="5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variable)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18388" y="3329720"/>
            <a:ext cx="297815" cy="223520"/>
          </a:xfrm>
          <a:custGeom>
            <a:avLst/>
            <a:gdLst/>
            <a:ahLst/>
            <a:cxnLst/>
            <a:rect l="l" t="t" r="r" b="b"/>
            <a:pathLst>
              <a:path w="297815" h="223520">
                <a:moveTo>
                  <a:pt x="226289" y="0"/>
                </a:moveTo>
                <a:lnTo>
                  <a:pt x="223108" y="9072"/>
                </a:lnTo>
                <a:lnTo>
                  <a:pt x="236047" y="14687"/>
                </a:lnTo>
                <a:lnTo>
                  <a:pt x="247174" y="22460"/>
                </a:lnTo>
                <a:lnTo>
                  <a:pt x="269766" y="58487"/>
                </a:lnTo>
                <a:lnTo>
                  <a:pt x="277188" y="110636"/>
                </a:lnTo>
                <a:lnTo>
                  <a:pt x="276360" y="130349"/>
                </a:lnTo>
                <a:lnTo>
                  <a:pt x="263933" y="178619"/>
                </a:lnTo>
                <a:lnTo>
                  <a:pt x="236198" y="208796"/>
                </a:lnTo>
                <a:lnTo>
                  <a:pt x="223462" y="214436"/>
                </a:lnTo>
                <a:lnTo>
                  <a:pt x="226289" y="223508"/>
                </a:lnTo>
                <a:lnTo>
                  <a:pt x="268993" y="198137"/>
                </a:lnTo>
                <a:lnTo>
                  <a:pt x="292977" y="151299"/>
                </a:lnTo>
                <a:lnTo>
                  <a:pt x="297572" y="111813"/>
                </a:lnTo>
                <a:lnTo>
                  <a:pt x="296419" y="91323"/>
                </a:lnTo>
                <a:lnTo>
                  <a:pt x="279133" y="39175"/>
                </a:lnTo>
                <a:lnTo>
                  <a:pt x="242494" y="5850"/>
                </a:lnTo>
                <a:lnTo>
                  <a:pt x="226289" y="0"/>
                </a:lnTo>
                <a:close/>
              </a:path>
              <a:path w="297815" h="223520">
                <a:moveTo>
                  <a:pt x="71282" y="0"/>
                </a:moveTo>
                <a:lnTo>
                  <a:pt x="28656" y="25438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8"/>
                </a:lnTo>
                <a:lnTo>
                  <a:pt x="18380" y="184450"/>
                </a:lnTo>
                <a:lnTo>
                  <a:pt x="55030" y="217665"/>
                </a:lnTo>
                <a:lnTo>
                  <a:pt x="71282" y="223508"/>
                </a:lnTo>
                <a:lnTo>
                  <a:pt x="74110" y="214436"/>
                </a:lnTo>
                <a:lnTo>
                  <a:pt x="61374" y="208796"/>
                </a:lnTo>
                <a:lnTo>
                  <a:pt x="50383" y="200946"/>
                </a:lnTo>
                <a:lnTo>
                  <a:pt x="27839" y="164340"/>
                </a:lnTo>
                <a:lnTo>
                  <a:pt x="20383" y="110636"/>
                </a:lnTo>
                <a:lnTo>
                  <a:pt x="21211" y="91567"/>
                </a:lnTo>
                <a:lnTo>
                  <a:pt x="33638" y="44477"/>
                </a:lnTo>
                <a:lnTo>
                  <a:pt x="61573" y="14687"/>
                </a:lnTo>
                <a:lnTo>
                  <a:pt x="74463" y="9072"/>
                </a:lnTo>
                <a:lnTo>
                  <a:pt x="71282" y="0"/>
                </a:lnTo>
                <a:close/>
              </a:path>
            </a:pathLst>
          </a:custGeom>
          <a:solidFill>
            <a:srgbClr val="0002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2905" y="3028695"/>
            <a:ext cx="4025900" cy="5435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ct val="78900"/>
              </a:lnSpc>
              <a:spcBef>
                <a:spcPts val="580"/>
              </a:spcBef>
              <a:tabLst>
                <a:tab pos="1327785" algn="l"/>
              </a:tabLst>
            </a:pPr>
            <a:r>
              <a:rPr sz="1900" spc="-40" dirty="0">
                <a:solidFill>
                  <a:srgbClr val="00026A"/>
                </a:solidFill>
                <a:latin typeface="Calibri"/>
                <a:cs typeface="Calibri"/>
              </a:rPr>
              <a:t>We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imagine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that our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data contains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a </a:t>
            </a:r>
            <a:r>
              <a:rPr sz="1900" i="1" spc="-5" dirty="0">
                <a:solidFill>
                  <a:srgbClr val="FF6600"/>
                </a:solidFill>
                <a:latin typeface="Calibri"/>
                <a:cs typeface="Calibri"/>
              </a:rPr>
              <a:t>true  </a:t>
            </a:r>
            <a:r>
              <a:rPr sz="1900" i="1" spc="-10" dirty="0">
                <a:solidFill>
                  <a:srgbClr val="FF6600"/>
                </a:solidFill>
                <a:latin typeface="Calibri"/>
                <a:cs typeface="Calibri"/>
              </a:rPr>
              <a:t>pattern </a:t>
            </a:r>
            <a:r>
              <a:rPr sz="1900" dirty="0">
                <a:solidFill>
                  <a:srgbClr val="00026A"/>
                </a:solidFill>
                <a:latin typeface="Cambria Math"/>
                <a:cs typeface="Cambria Math"/>
              </a:rPr>
              <a:t>𝑓 </a:t>
            </a:r>
            <a:r>
              <a:rPr sz="1900" spc="1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900" dirty="0">
                <a:solidFill>
                  <a:srgbClr val="00026A"/>
                </a:solidFill>
                <a:latin typeface="Cambria Math"/>
                <a:cs typeface="Cambria Math"/>
              </a:rPr>
              <a:t>𝒙	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and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some </a:t>
            </a:r>
            <a:r>
              <a:rPr sz="1900" i="1" spc="-5" dirty="0">
                <a:solidFill>
                  <a:srgbClr val="00B050"/>
                </a:solidFill>
                <a:latin typeface="Calibri"/>
                <a:cs typeface="Calibri"/>
              </a:rPr>
              <a:t>noise</a:t>
            </a:r>
            <a:r>
              <a:rPr sz="1900" i="1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1900" spc="25" dirty="0">
                <a:solidFill>
                  <a:srgbClr val="00026A"/>
                </a:solidFill>
                <a:latin typeface="Cambria Math"/>
                <a:cs typeface="Cambria Math"/>
              </a:rPr>
              <a:t>𝜀</a:t>
            </a:r>
            <a:r>
              <a:rPr sz="1900" spc="25" dirty="0">
                <a:solidFill>
                  <a:srgbClr val="00026A"/>
                </a:solidFill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</a:t>
            </a:r>
            <a:r>
              <a:rPr spc="2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395224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Supervised</a:t>
            </a:r>
            <a:r>
              <a:rPr spc="-40" dirty="0"/>
              <a:t> </a:t>
            </a:r>
            <a:r>
              <a:rPr spc="-5" dirty="0"/>
              <a:t>learning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179126" y="2913644"/>
            <a:ext cx="2198370" cy="702945"/>
          </a:xfrm>
          <a:prstGeom prst="rect">
            <a:avLst/>
          </a:prstGeom>
          <a:ln w="9525">
            <a:solidFill>
              <a:srgbClr val="FF6600"/>
            </a:solidFill>
          </a:ln>
        </p:spPr>
        <p:txBody>
          <a:bodyPr vert="horz" wrap="square" lIns="0" tIns="266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9"/>
              </a:spcBef>
            </a:pPr>
            <a:r>
              <a:rPr sz="2000" dirty="0">
                <a:solidFill>
                  <a:srgbClr val="FF6600"/>
                </a:solidFill>
                <a:latin typeface="Cambria Math"/>
                <a:cs typeface="Cambria Math"/>
              </a:rPr>
              <a:t>𝑦</a:t>
            </a:r>
            <a:endParaRPr sz="20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6600"/>
                </a:solidFill>
                <a:latin typeface="Calibri"/>
                <a:cs typeface="Calibri"/>
              </a:rPr>
              <a:t>is</a:t>
            </a:r>
            <a:r>
              <a:rPr sz="2000" spc="-10" dirty="0">
                <a:solidFill>
                  <a:srgbClr val="FF6600"/>
                </a:solidFill>
                <a:latin typeface="Calibri"/>
                <a:cs typeface="Calibri"/>
              </a:rPr>
              <a:t> continuous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79126" y="2380899"/>
            <a:ext cx="2198370" cy="528320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4765" rIns="0" bIns="0" rtlCol="0">
            <a:spAutoFit/>
          </a:bodyPr>
          <a:lstStyle/>
          <a:p>
            <a:pPr marL="318770">
              <a:lnSpc>
                <a:spcPct val="100000"/>
              </a:lnSpc>
              <a:spcBef>
                <a:spcPts val="195"/>
              </a:spcBef>
            </a:pPr>
            <a:r>
              <a:rPr sz="2800" spc="-15" dirty="0">
                <a:solidFill>
                  <a:srgbClr val="FFFFFF"/>
                </a:solidFill>
                <a:latin typeface="Calibri"/>
                <a:cs typeface="Calibri"/>
              </a:rPr>
              <a:t>Regression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8795" y="3833060"/>
            <a:ext cx="1889760" cy="400685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33655" rIns="0" bIns="0" rtlCol="0">
            <a:spAutoFit/>
          </a:bodyPr>
          <a:lstStyle/>
          <a:p>
            <a:pPr marL="128270">
              <a:lnSpc>
                <a:spcPct val="100000"/>
              </a:lnSpc>
              <a:spcBef>
                <a:spcPts val="265"/>
              </a:spcBef>
              <a:tabLst>
                <a:tab pos="401320" algn="l"/>
              </a:tabLst>
            </a:pPr>
            <a:r>
              <a:rPr sz="2000" dirty="0">
                <a:solidFill>
                  <a:srgbClr val="7030A0"/>
                </a:solidFill>
                <a:latin typeface="Cambria Math"/>
                <a:cs typeface="Cambria Math"/>
              </a:rPr>
              <a:t>𝑦	</a:t>
            </a:r>
            <a:r>
              <a:rPr sz="2000" dirty="0">
                <a:latin typeface="Cambria Math"/>
                <a:cs typeface="Cambria Math"/>
              </a:rPr>
              <a:t>= </a:t>
            </a:r>
            <a:r>
              <a:rPr sz="2000" spc="10" dirty="0">
                <a:solidFill>
                  <a:srgbClr val="FF6600"/>
                </a:solidFill>
                <a:latin typeface="Cambria Math"/>
                <a:cs typeface="Cambria Math"/>
              </a:rPr>
              <a:t>𝑓(𝒙)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20" dirty="0"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B050"/>
                </a:solidFill>
                <a:latin typeface="Cambria Math"/>
                <a:cs typeface="Cambria Math"/>
              </a:rPr>
              <a:t>𝜀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121525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5" y="1187703"/>
            <a:ext cx="4185920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Our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data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is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composed by </a:t>
            </a:r>
            <a:r>
              <a:rPr sz="1900" dirty="0">
                <a:solidFill>
                  <a:srgbClr val="00B0F0"/>
                </a:solidFill>
                <a:latin typeface="Cambria Math"/>
                <a:cs typeface="Cambria Math"/>
              </a:rPr>
              <a:t>𝑛</a:t>
            </a:r>
            <a:r>
              <a:rPr sz="1900" spc="-45" dirty="0">
                <a:solidFill>
                  <a:srgbClr val="00B0F0"/>
                </a:solidFill>
                <a:latin typeface="Cambria Math"/>
                <a:cs typeface="Cambria Math"/>
              </a:rPr>
              <a:t> </a:t>
            </a:r>
            <a:r>
              <a:rPr sz="1900" spc="-5" dirty="0">
                <a:solidFill>
                  <a:srgbClr val="00B0F0"/>
                </a:solidFill>
                <a:latin typeface="Calibri"/>
                <a:cs typeface="Calibri"/>
              </a:rPr>
              <a:t>observations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78900"/>
              </a:lnSpc>
              <a:spcBef>
                <a:spcPts val="1989"/>
              </a:spcBef>
            </a:pP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Each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observation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contains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an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independent  value of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7505" y="2197100"/>
            <a:ext cx="5148895" cy="648253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92125" indent="-454025">
              <a:lnSpc>
                <a:spcPct val="100000"/>
              </a:lnSpc>
              <a:spcBef>
                <a:spcPts val="434"/>
              </a:spcBef>
              <a:buClr>
                <a:srgbClr val="A6A6A6"/>
              </a:buClr>
              <a:buSzPct val="88888"/>
              <a:buFont typeface="Arial"/>
              <a:buChar char="•"/>
              <a:tabLst>
                <a:tab pos="491490" algn="l"/>
                <a:tab pos="492125" algn="l"/>
              </a:tabLst>
            </a:pPr>
            <a:r>
              <a:rPr sz="1800" dirty="0">
                <a:solidFill>
                  <a:srgbClr val="00026A"/>
                </a:solidFill>
                <a:latin typeface="Cambria Math"/>
                <a:cs typeface="Cambria Math"/>
              </a:rPr>
              <a:t>𝒙 = </a:t>
            </a:r>
            <a:r>
              <a:rPr sz="1800" spc="45" dirty="0">
                <a:solidFill>
                  <a:srgbClr val="00026A"/>
                </a:solidFill>
                <a:latin typeface="Cambria Math"/>
                <a:cs typeface="Cambria Math"/>
              </a:rPr>
              <a:t>[𝑥</a:t>
            </a:r>
            <a:r>
              <a:rPr lang="en-US" sz="1950" spc="67" baseline="-17094" dirty="0">
                <a:solidFill>
                  <a:srgbClr val="00026A"/>
                </a:solidFill>
                <a:latin typeface="Cambria Math"/>
                <a:cs typeface="Cambria Math"/>
              </a:rPr>
              <a:t>1</a:t>
            </a:r>
            <a:r>
              <a:rPr sz="1800" spc="45" dirty="0">
                <a:solidFill>
                  <a:srgbClr val="00026A"/>
                </a:solidFill>
                <a:latin typeface="Calibri"/>
                <a:cs typeface="Calibri"/>
              </a:rPr>
              <a:t>,..., </a:t>
            </a:r>
            <a:r>
              <a:rPr sz="1800" spc="19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r>
              <a:rPr lang="en-US" sz="1950" spc="284" baseline="-17094" dirty="0">
                <a:solidFill>
                  <a:srgbClr val="00026A"/>
                </a:solidFill>
                <a:latin typeface="Cambria Math"/>
                <a:cs typeface="Cambria Math"/>
              </a:rPr>
              <a:t>m</a:t>
            </a:r>
            <a:r>
              <a:rPr sz="1800" spc="190" dirty="0">
                <a:solidFill>
                  <a:srgbClr val="00026A"/>
                </a:solidFill>
                <a:latin typeface="Cambria Math"/>
                <a:cs typeface="Cambria Math"/>
              </a:rPr>
              <a:t>]</a:t>
            </a:r>
            <a:r>
              <a:rPr lang="en-US" sz="1950" spc="284" baseline="27777" dirty="0">
                <a:solidFill>
                  <a:srgbClr val="00026A"/>
                </a:solidFill>
                <a:latin typeface="Cambria Math"/>
                <a:cs typeface="Cambria Math"/>
              </a:rPr>
              <a:t>T</a:t>
            </a:r>
            <a:r>
              <a:rPr sz="1950" spc="284" baseline="27777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(</a:t>
            </a:r>
            <a:r>
              <a:rPr sz="1800" dirty="0">
                <a:solidFill>
                  <a:srgbClr val="00B0F0"/>
                </a:solidFill>
                <a:latin typeface="Cambria Math"/>
                <a:cs typeface="Cambria Math"/>
              </a:rPr>
              <a:t>𝑚 </a:t>
            </a:r>
            <a:r>
              <a:rPr sz="1800" dirty="0">
                <a:solidFill>
                  <a:srgbClr val="00B0F0"/>
                </a:solidFill>
                <a:latin typeface="Calibri"/>
                <a:cs typeface="Calibri"/>
              </a:rPr>
              <a:t>independent</a:t>
            </a:r>
            <a:r>
              <a:rPr sz="1800" spc="254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B0F0"/>
                </a:solidFill>
                <a:latin typeface="Calibri"/>
                <a:cs typeface="Calibri"/>
              </a:rPr>
              <a:t>variables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)</a:t>
            </a:r>
            <a:endParaRPr sz="1800" dirty="0">
              <a:latin typeface="Calibri"/>
              <a:cs typeface="Calibri"/>
            </a:endParaRPr>
          </a:p>
          <a:p>
            <a:pPr marL="492125" indent="-454025">
              <a:lnSpc>
                <a:spcPct val="100000"/>
              </a:lnSpc>
              <a:spcBef>
                <a:spcPts val="335"/>
              </a:spcBef>
              <a:buClr>
                <a:srgbClr val="A6A6A6"/>
              </a:buClr>
              <a:buSzPct val="88888"/>
              <a:buFont typeface="Arial"/>
              <a:buChar char="•"/>
              <a:tabLst>
                <a:tab pos="491490" algn="l"/>
                <a:tab pos="492125" algn="l"/>
              </a:tabLst>
            </a:pPr>
            <a:r>
              <a:rPr sz="1800" dirty="0">
                <a:solidFill>
                  <a:srgbClr val="00026A"/>
                </a:solidFill>
                <a:latin typeface="Cambria Math"/>
                <a:cs typeface="Cambria Math"/>
              </a:rPr>
              <a:t>𝑦 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(</a:t>
            </a:r>
            <a:r>
              <a:rPr sz="1800" dirty="0">
                <a:solidFill>
                  <a:srgbClr val="00026A"/>
                </a:solidFill>
                <a:latin typeface="Cambria Math"/>
                <a:cs typeface="Cambria Math"/>
              </a:rPr>
              <a:t>1 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discrete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dependent</a:t>
            </a:r>
            <a:r>
              <a:rPr sz="1800" spc="7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variable)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18388" y="3329720"/>
            <a:ext cx="297815" cy="223520"/>
          </a:xfrm>
          <a:custGeom>
            <a:avLst/>
            <a:gdLst/>
            <a:ahLst/>
            <a:cxnLst/>
            <a:rect l="l" t="t" r="r" b="b"/>
            <a:pathLst>
              <a:path w="297815" h="223520">
                <a:moveTo>
                  <a:pt x="226289" y="0"/>
                </a:moveTo>
                <a:lnTo>
                  <a:pt x="223108" y="9072"/>
                </a:lnTo>
                <a:lnTo>
                  <a:pt x="236047" y="14687"/>
                </a:lnTo>
                <a:lnTo>
                  <a:pt x="247174" y="22460"/>
                </a:lnTo>
                <a:lnTo>
                  <a:pt x="269766" y="58487"/>
                </a:lnTo>
                <a:lnTo>
                  <a:pt x="277188" y="110636"/>
                </a:lnTo>
                <a:lnTo>
                  <a:pt x="276360" y="130349"/>
                </a:lnTo>
                <a:lnTo>
                  <a:pt x="263933" y="178619"/>
                </a:lnTo>
                <a:lnTo>
                  <a:pt x="236198" y="208796"/>
                </a:lnTo>
                <a:lnTo>
                  <a:pt x="223462" y="214436"/>
                </a:lnTo>
                <a:lnTo>
                  <a:pt x="226289" y="223508"/>
                </a:lnTo>
                <a:lnTo>
                  <a:pt x="268993" y="198137"/>
                </a:lnTo>
                <a:lnTo>
                  <a:pt x="292977" y="151299"/>
                </a:lnTo>
                <a:lnTo>
                  <a:pt x="297572" y="111813"/>
                </a:lnTo>
                <a:lnTo>
                  <a:pt x="296419" y="91323"/>
                </a:lnTo>
                <a:lnTo>
                  <a:pt x="279133" y="39175"/>
                </a:lnTo>
                <a:lnTo>
                  <a:pt x="242494" y="5850"/>
                </a:lnTo>
                <a:lnTo>
                  <a:pt x="226289" y="0"/>
                </a:lnTo>
                <a:close/>
              </a:path>
              <a:path w="297815" h="223520">
                <a:moveTo>
                  <a:pt x="71282" y="0"/>
                </a:moveTo>
                <a:lnTo>
                  <a:pt x="28656" y="25438"/>
                </a:lnTo>
                <a:lnTo>
                  <a:pt x="4609" y="72387"/>
                </a:lnTo>
                <a:lnTo>
                  <a:pt x="0" y="111813"/>
                </a:lnTo>
                <a:lnTo>
                  <a:pt x="1148" y="132348"/>
                </a:lnTo>
                <a:lnTo>
                  <a:pt x="18380" y="184450"/>
                </a:lnTo>
                <a:lnTo>
                  <a:pt x="55030" y="217665"/>
                </a:lnTo>
                <a:lnTo>
                  <a:pt x="71282" y="223508"/>
                </a:lnTo>
                <a:lnTo>
                  <a:pt x="74110" y="214436"/>
                </a:lnTo>
                <a:lnTo>
                  <a:pt x="61374" y="208796"/>
                </a:lnTo>
                <a:lnTo>
                  <a:pt x="50383" y="200946"/>
                </a:lnTo>
                <a:lnTo>
                  <a:pt x="27839" y="164340"/>
                </a:lnTo>
                <a:lnTo>
                  <a:pt x="20383" y="110636"/>
                </a:lnTo>
                <a:lnTo>
                  <a:pt x="21211" y="91567"/>
                </a:lnTo>
                <a:lnTo>
                  <a:pt x="33638" y="44477"/>
                </a:lnTo>
                <a:lnTo>
                  <a:pt x="61573" y="14687"/>
                </a:lnTo>
                <a:lnTo>
                  <a:pt x="74463" y="9072"/>
                </a:lnTo>
                <a:lnTo>
                  <a:pt x="71282" y="0"/>
                </a:lnTo>
                <a:close/>
              </a:path>
            </a:pathLst>
          </a:custGeom>
          <a:solidFill>
            <a:srgbClr val="0002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2905" y="3028695"/>
            <a:ext cx="4025900" cy="5435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ct val="78900"/>
              </a:lnSpc>
              <a:spcBef>
                <a:spcPts val="580"/>
              </a:spcBef>
              <a:tabLst>
                <a:tab pos="1327785" algn="l"/>
              </a:tabLst>
            </a:pPr>
            <a:r>
              <a:rPr sz="1900" spc="-40" dirty="0">
                <a:solidFill>
                  <a:srgbClr val="00026A"/>
                </a:solidFill>
                <a:latin typeface="Calibri"/>
                <a:cs typeface="Calibri"/>
              </a:rPr>
              <a:t>We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imagine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that our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data contains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a </a:t>
            </a:r>
            <a:r>
              <a:rPr sz="1900" i="1" spc="-5" dirty="0">
                <a:solidFill>
                  <a:srgbClr val="FF6600"/>
                </a:solidFill>
                <a:latin typeface="Calibri"/>
                <a:cs typeface="Calibri"/>
              </a:rPr>
              <a:t>true  </a:t>
            </a:r>
            <a:r>
              <a:rPr sz="1900" i="1" spc="-10" dirty="0">
                <a:solidFill>
                  <a:srgbClr val="FF6600"/>
                </a:solidFill>
                <a:latin typeface="Calibri"/>
                <a:cs typeface="Calibri"/>
              </a:rPr>
              <a:t>pattern </a:t>
            </a:r>
            <a:r>
              <a:rPr sz="1900" dirty="0">
                <a:solidFill>
                  <a:srgbClr val="00026A"/>
                </a:solidFill>
                <a:latin typeface="Cambria Math"/>
                <a:cs typeface="Cambria Math"/>
              </a:rPr>
              <a:t>𝑓 </a:t>
            </a:r>
            <a:r>
              <a:rPr sz="1900" spc="1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900" dirty="0">
                <a:solidFill>
                  <a:srgbClr val="00026A"/>
                </a:solidFill>
                <a:latin typeface="Cambria Math"/>
                <a:cs typeface="Cambria Math"/>
              </a:rPr>
              <a:t>𝒙	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and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some </a:t>
            </a:r>
            <a:r>
              <a:rPr sz="1900" i="1" spc="-5" dirty="0">
                <a:solidFill>
                  <a:srgbClr val="00B050"/>
                </a:solidFill>
                <a:latin typeface="Calibri"/>
                <a:cs typeface="Calibri"/>
              </a:rPr>
              <a:t>noise</a:t>
            </a:r>
            <a:r>
              <a:rPr sz="1900" i="1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1900" spc="25" dirty="0">
                <a:solidFill>
                  <a:srgbClr val="00026A"/>
                </a:solidFill>
                <a:latin typeface="Cambria Math"/>
                <a:cs typeface="Cambria Math"/>
              </a:rPr>
              <a:t>𝜀</a:t>
            </a:r>
            <a:r>
              <a:rPr sz="1900" spc="25" dirty="0">
                <a:solidFill>
                  <a:srgbClr val="00026A"/>
                </a:solidFill>
                <a:latin typeface="Calibri"/>
                <a:cs typeface="Calibri"/>
              </a:rPr>
              <a:t>: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</a:t>
            </a:r>
            <a:r>
              <a:rPr spc="20" dirty="0"/>
              <a:t> </a:t>
            </a:r>
            <a:r>
              <a:rPr spc="-5" dirty="0"/>
              <a:t>University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395224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Supervised</a:t>
            </a:r>
            <a:r>
              <a:rPr spc="-40" dirty="0"/>
              <a:t> </a:t>
            </a:r>
            <a:r>
              <a:rPr spc="-5" dirty="0"/>
              <a:t>learning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179126" y="2913644"/>
            <a:ext cx="2198370" cy="702945"/>
          </a:xfrm>
          <a:prstGeom prst="rect">
            <a:avLst/>
          </a:prstGeom>
          <a:ln w="9525">
            <a:solidFill>
              <a:srgbClr val="FF6600"/>
            </a:solidFill>
          </a:ln>
        </p:spPr>
        <p:txBody>
          <a:bodyPr vert="horz" wrap="square" lIns="0" tIns="266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9"/>
              </a:spcBef>
            </a:pPr>
            <a:r>
              <a:rPr sz="2000" dirty="0">
                <a:solidFill>
                  <a:srgbClr val="FF6600"/>
                </a:solidFill>
                <a:latin typeface="Cambria Math"/>
                <a:cs typeface="Cambria Math"/>
              </a:rPr>
              <a:t>𝑦</a:t>
            </a:r>
            <a:endParaRPr sz="20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6600"/>
                </a:solidFill>
                <a:latin typeface="Calibri"/>
                <a:cs typeface="Calibri"/>
              </a:rPr>
              <a:t>is</a:t>
            </a:r>
            <a:r>
              <a:rPr sz="2000" spc="-10" dirty="0">
                <a:solidFill>
                  <a:srgbClr val="FF6600"/>
                </a:solidFill>
                <a:latin typeface="Calibri"/>
                <a:cs typeface="Calibri"/>
              </a:rPr>
              <a:t> discrete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79126" y="2380899"/>
            <a:ext cx="2198370" cy="528320"/>
          </a:xfrm>
          <a:prstGeom prst="rect">
            <a:avLst/>
          </a:prstGeom>
          <a:solidFill>
            <a:srgbClr val="FF6600"/>
          </a:solidFill>
        </p:spPr>
        <p:txBody>
          <a:bodyPr vert="horz" wrap="square" lIns="0" tIns="24765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195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Classification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8795" y="3833060"/>
            <a:ext cx="2352040" cy="400685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33655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265"/>
              </a:spcBef>
              <a:tabLst>
                <a:tab pos="404495" algn="l"/>
              </a:tabLst>
            </a:pPr>
            <a:r>
              <a:rPr sz="2000" dirty="0">
                <a:solidFill>
                  <a:srgbClr val="7030A0"/>
                </a:solidFill>
                <a:latin typeface="Cambria Math"/>
                <a:cs typeface="Cambria Math"/>
              </a:rPr>
              <a:t>𝑦	</a:t>
            </a:r>
            <a:r>
              <a:rPr sz="2000" dirty="0">
                <a:latin typeface="Cambria Math"/>
                <a:cs typeface="Cambria Math"/>
              </a:rPr>
              <a:t>= </a:t>
            </a:r>
            <a:r>
              <a:rPr sz="2000" spc="20" dirty="0">
                <a:latin typeface="Cambria Math"/>
                <a:cs typeface="Cambria Math"/>
              </a:rPr>
              <a:t>𝒟( </a:t>
            </a:r>
            <a:r>
              <a:rPr sz="2000" spc="10" dirty="0">
                <a:solidFill>
                  <a:srgbClr val="FF6600"/>
                </a:solidFill>
                <a:latin typeface="Cambria Math"/>
                <a:cs typeface="Cambria Math"/>
              </a:rPr>
              <a:t>𝑓(𝒙) </a:t>
            </a:r>
            <a:r>
              <a:rPr sz="2000" dirty="0">
                <a:latin typeface="Cambria Math"/>
                <a:cs typeface="Cambria Math"/>
              </a:rPr>
              <a:t>+ </a:t>
            </a:r>
            <a:r>
              <a:rPr sz="2000" dirty="0">
                <a:solidFill>
                  <a:srgbClr val="00B050"/>
                </a:solidFill>
                <a:latin typeface="Cambria Math"/>
                <a:cs typeface="Cambria Math"/>
              </a:rPr>
              <a:t>𝜀</a:t>
            </a:r>
            <a:r>
              <a:rPr sz="2000" spc="55" dirty="0">
                <a:solidFill>
                  <a:srgbClr val="00B05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548824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083360"/>
            <a:ext cx="4403725" cy="1370888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lang="en-US" sz="2400" spc="-15" dirty="0">
                <a:solidFill>
                  <a:srgbClr val="00026A"/>
                </a:solidFill>
                <a:latin typeface="Calibri"/>
                <a:cs typeface="Calibri"/>
              </a:rPr>
              <a:t>Classification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30"/>
              </a:spcBef>
              <a:buClr>
                <a:srgbClr val="A6A6A6"/>
              </a:buClr>
              <a:buSzPct val="90000"/>
              <a:buAutoNum type="arabicPeriod"/>
              <a:tabLst>
                <a:tab pos="469265" algn="l"/>
                <a:tab pos="469900" algn="l"/>
              </a:tabLst>
            </a:pPr>
            <a:r>
              <a:rPr lang="en-US" sz="2000" spc="-35" dirty="0">
                <a:solidFill>
                  <a:srgbClr val="00026A"/>
                </a:solidFill>
                <a:latin typeface="Calibri"/>
                <a:cs typeface="Calibri"/>
              </a:rPr>
              <a:t>Binary Classifier</a:t>
            </a:r>
          </a:p>
          <a:p>
            <a:pPr marL="469900" indent="-457200">
              <a:lnSpc>
                <a:spcPct val="100000"/>
              </a:lnSpc>
              <a:spcBef>
                <a:spcPts val="930"/>
              </a:spcBef>
              <a:buClr>
                <a:srgbClr val="A6A6A6"/>
              </a:buClr>
              <a:buSzPct val="90000"/>
              <a:buAutoNum type="arabicPeriod"/>
              <a:tabLst>
                <a:tab pos="469265" algn="l"/>
                <a:tab pos="469900" algn="l"/>
              </a:tabLst>
            </a:pPr>
            <a:r>
              <a:rPr lang="en-US" sz="2000" spc="-35" dirty="0">
                <a:solidFill>
                  <a:srgbClr val="00026A"/>
                </a:solidFill>
                <a:latin typeface="Calibri"/>
                <a:cs typeface="Calibri"/>
              </a:rPr>
              <a:t>Logistic Regression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305943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 this </a:t>
            </a:r>
            <a:r>
              <a:rPr spc="-5" dirty="0"/>
              <a:t>lesson</a:t>
            </a:r>
            <a:r>
              <a:rPr spc="-75" dirty="0"/>
              <a:t> </a:t>
            </a:r>
            <a:r>
              <a:rPr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53549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5" y="1123075"/>
            <a:ext cx="2399665" cy="212979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Independent</a:t>
            </a:r>
            <a:r>
              <a:rPr sz="2000" spc="-6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variables:</a:t>
            </a:r>
            <a:endParaRPr sz="2000" dirty="0">
              <a:latin typeface="Calibri"/>
              <a:cs typeface="Calibri"/>
            </a:endParaRPr>
          </a:p>
          <a:p>
            <a:pPr marL="466725" indent="-454025">
              <a:lnSpc>
                <a:spcPct val="100000"/>
              </a:lnSpc>
              <a:spcBef>
                <a:spcPts val="800"/>
              </a:spcBef>
              <a:buClr>
                <a:srgbClr val="A6A6A6"/>
              </a:buClr>
              <a:buSzPct val="88888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lang="en-US" sz="1800" spc="-5" dirty="0">
                <a:solidFill>
                  <a:srgbClr val="00026A"/>
                </a:solidFill>
                <a:latin typeface="Calibri"/>
                <a:cs typeface="Calibri"/>
              </a:rPr>
              <a:t>Size</a:t>
            </a:r>
            <a:endParaRPr sz="1800" dirty="0">
              <a:latin typeface="Calibri"/>
              <a:cs typeface="Calibri"/>
            </a:endParaRPr>
          </a:p>
          <a:p>
            <a:pPr marL="466725" indent="-454025">
              <a:lnSpc>
                <a:spcPct val="100000"/>
              </a:lnSpc>
              <a:spcBef>
                <a:spcPts val="745"/>
              </a:spcBef>
              <a:buClr>
                <a:srgbClr val="A6A6A6"/>
              </a:buClr>
              <a:buSzPct val="88888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lang="en-US" sz="1800" spc="-5" dirty="0">
                <a:solidFill>
                  <a:srgbClr val="00026A"/>
                </a:solidFill>
                <a:latin typeface="Calibri"/>
                <a:cs typeface="Calibri"/>
              </a:rPr>
              <a:t>Color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A6A6A6"/>
              </a:buClr>
              <a:buFont typeface="Arial"/>
              <a:buChar char="•"/>
            </a:pPr>
            <a:endParaRPr sz="16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Dependent</a:t>
            </a:r>
            <a:r>
              <a:rPr sz="2000" spc="-1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variable</a:t>
            </a:r>
            <a:endParaRPr sz="2000" dirty="0">
              <a:latin typeface="Calibri"/>
              <a:cs typeface="Calibri"/>
            </a:endParaRPr>
          </a:p>
          <a:p>
            <a:pPr marL="466725" indent="-454025">
              <a:lnSpc>
                <a:spcPct val="100000"/>
              </a:lnSpc>
              <a:spcBef>
                <a:spcPts val="800"/>
              </a:spcBef>
              <a:buClr>
                <a:srgbClr val="A6A6A6"/>
              </a:buClr>
              <a:buSzPct val="88888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lang="en-US" spc="-10" dirty="0">
                <a:solidFill>
                  <a:srgbClr val="002060"/>
                </a:solidFill>
                <a:latin typeface="Calibri"/>
                <a:cs typeface="Calibri"/>
              </a:rPr>
              <a:t>Fruit Type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905" y="3485388"/>
            <a:ext cx="4481195" cy="4552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75"/>
              </a:spcBef>
            </a:pPr>
            <a:r>
              <a:rPr sz="1400" spc="-35" dirty="0">
                <a:solidFill>
                  <a:srgbClr val="00026A"/>
                </a:solidFill>
                <a:latin typeface="Calibri"/>
                <a:cs typeface="Calibri"/>
              </a:rPr>
              <a:t>You </a:t>
            </a:r>
            <a:r>
              <a:rPr sz="1400" spc="-10" dirty="0">
                <a:solidFill>
                  <a:srgbClr val="00026A"/>
                </a:solidFill>
                <a:latin typeface="Calibri"/>
                <a:cs typeface="Calibri"/>
              </a:rPr>
              <a:t>can </a:t>
            </a:r>
            <a:r>
              <a:rPr sz="1400" dirty="0">
                <a:solidFill>
                  <a:srgbClr val="00026A"/>
                </a:solidFill>
                <a:latin typeface="Calibri"/>
                <a:cs typeface="Calibri"/>
              </a:rPr>
              <a:t>see </a:t>
            </a:r>
            <a:r>
              <a:rPr sz="1400" spc="-5" dirty="0">
                <a:solidFill>
                  <a:srgbClr val="00026A"/>
                </a:solidFill>
                <a:latin typeface="Calibri"/>
                <a:cs typeface="Calibri"/>
              </a:rPr>
              <a:t>that </a:t>
            </a:r>
            <a:r>
              <a:rPr sz="1400" dirty="0">
                <a:solidFill>
                  <a:srgbClr val="00026A"/>
                </a:solidFill>
                <a:latin typeface="Calibri"/>
                <a:cs typeface="Calibri"/>
              </a:rPr>
              <a:t>the </a:t>
            </a:r>
            <a:r>
              <a:rPr sz="1400" spc="-5" dirty="0">
                <a:solidFill>
                  <a:srgbClr val="00026A"/>
                </a:solidFill>
                <a:latin typeface="Calibri"/>
                <a:cs typeface="Calibri"/>
              </a:rPr>
              <a:t>response variable </a:t>
            </a:r>
            <a:r>
              <a:rPr sz="1400" dirty="0">
                <a:solidFill>
                  <a:srgbClr val="00026A"/>
                </a:solidFill>
                <a:latin typeface="Calibri"/>
                <a:cs typeface="Calibri"/>
              </a:rPr>
              <a:t>is </a:t>
            </a:r>
            <a:r>
              <a:rPr sz="1400" spc="-5" dirty="0">
                <a:solidFill>
                  <a:srgbClr val="00026A"/>
                </a:solidFill>
                <a:latin typeface="Calibri"/>
                <a:cs typeface="Calibri"/>
              </a:rPr>
              <a:t>discrete (two values,  </a:t>
            </a:r>
            <a:r>
              <a:rPr sz="1400" spc="-10" dirty="0">
                <a:solidFill>
                  <a:srgbClr val="00026A"/>
                </a:solidFill>
                <a:latin typeface="Calibri"/>
                <a:cs typeface="Calibri"/>
              </a:rPr>
              <a:t>orange </a:t>
            </a:r>
            <a:r>
              <a:rPr sz="1400" dirty="0">
                <a:solidFill>
                  <a:srgbClr val="00026A"/>
                </a:solidFill>
                <a:latin typeface="Calibri"/>
                <a:cs typeface="Calibri"/>
              </a:rPr>
              <a:t>and blue dots in the</a:t>
            </a:r>
            <a:r>
              <a:rPr sz="1400" spc="-3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026A"/>
                </a:solidFill>
                <a:latin typeface="Calibri"/>
                <a:cs typeface="Calibri"/>
              </a:rPr>
              <a:t>plot).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492950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Example of</a:t>
            </a:r>
            <a:r>
              <a:rPr spc="-70" dirty="0"/>
              <a:t> </a:t>
            </a:r>
            <a:r>
              <a:rPr dirty="0"/>
              <a:t>classification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164568" y="1977183"/>
            <a:ext cx="2616527" cy="2551364"/>
            <a:chOff x="6188616" y="1260198"/>
            <a:chExt cx="2616527" cy="2551364"/>
          </a:xfrm>
        </p:grpSpPr>
        <p:sp>
          <p:nvSpPr>
            <p:cNvPr id="6" name="object 6"/>
            <p:cNvSpPr/>
            <p:nvPr/>
          </p:nvSpPr>
          <p:spPr>
            <a:xfrm>
              <a:off x="6343327" y="3751237"/>
              <a:ext cx="2229485" cy="60325"/>
            </a:xfrm>
            <a:custGeom>
              <a:avLst/>
              <a:gdLst/>
              <a:ahLst/>
              <a:cxnLst/>
              <a:rect l="l" t="t" r="r" b="b"/>
              <a:pathLst>
                <a:path w="2229484" h="60325">
                  <a:moveTo>
                    <a:pt x="0" y="0"/>
                  </a:moveTo>
                  <a:lnTo>
                    <a:pt x="2229364" y="0"/>
                  </a:lnTo>
                </a:path>
                <a:path w="2229484" h="60325">
                  <a:moveTo>
                    <a:pt x="0" y="0"/>
                  </a:moveTo>
                  <a:lnTo>
                    <a:pt x="0" y="59873"/>
                  </a:lnTo>
                </a:path>
              </a:pathLst>
            </a:custGeom>
            <a:ln w="951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89204" y="3751237"/>
              <a:ext cx="0" cy="60325"/>
            </a:xfrm>
            <a:custGeom>
              <a:avLst/>
              <a:gdLst/>
              <a:ahLst/>
              <a:cxnLst/>
              <a:rect l="l" t="t" r="r" b="b"/>
              <a:pathLst>
                <a:path h="60325">
                  <a:moveTo>
                    <a:pt x="0" y="0"/>
                  </a:moveTo>
                  <a:lnTo>
                    <a:pt x="0" y="59873"/>
                  </a:lnTo>
                </a:path>
              </a:pathLst>
            </a:custGeom>
            <a:ln w="95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35099" y="3751237"/>
              <a:ext cx="0" cy="60325"/>
            </a:xfrm>
            <a:custGeom>
              <a:avLst/>
              <a:gdLst/>
              <a:ahLst/>
              <a:cxnLst/>
              <a:rect l="l" t="t" r="r" b="b"/>
              <a:pathLst>
                <a:path h="60325">
                  <a:moveTo>
                    <a:pt x="0" y="0"/>
                  </a:moveTo>
                  <a:lnTo>
                    <a:pt x="0" y="59873"/>
                  </a:lnTo>
                </a:path>
              </a:pathLst>
            </a:custGeom>
            <a:ln w="95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80899" y="3751237"/>
              <a:ext cx="0" cy="60325"/>
            </a:xfrm>
            <a:custGeom>
              <a:avLst/>
              <a:gdLst/>
              <a:ahLst/>
              <a:cxnLst/>
              <a:rect l="l" t="t" r="r" b="b"/>
              <a:pathLst>
                <a:path h="60325">
                  <a:moveTo>
                    <a:pt x="0" y="0"/>
                  </a:moveTo>
                  <a:lnTo>
                    <a:pt x="0" y="59873"/>
                  </a:lnTo>
                </a:path>
              </a:pathLst>
            </a:custGeom>
            <a:ln w="95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26796" y="3751237"/>
              <a:ext cx="0" cy="60325"/>
            </a:xfrm>
            <a:custGeom>
              <a:avLst/>
              <a:gdLst/>
              <a:ahLst/>
              <a:cxnLst/>
              <a:rect l="l" t="t" r="r" b="b"/>
              <a:pathLst>
                <a:path h="60325">
                  <a:moveTo>
                    <a:pt x="0" y="0"/>
                  </a:moveTo>
                  <a:lnTo>
                    <a:pt x="0" y="59873"/>
                  </a:lnTo>
                </a:path>
              </a:pathLst>
            </a:custGeom>
            <a:ln w="95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691" y="3751237"/>
              <a:ext cx="0" cy="60325"/>
            </a:xfrm>
            <a:custGeom>
              <a:avLst/>
              <a:gdLst/>
              <a:ahLst/>
              <a:cxnLst/>
              <a:rect l="l" t="t" r="r" b="b"/>
              <a:pathLst>
                <a:path h="60325">
                  <a:moveTo>
                    <a:pt x="0" y="0"/>
                  </a:moveTo>
                  <a:lnTo>
                    <a:pt x="0" y="59873"/>
                  </a:lnTo>
                </a:path>
              </a:pathLst>
            </a:custGeom>
            <a:ln w="952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88616" y="1781993"/>
              <a:ext cx="60325" cy="1901825"/>
            </a:xfrm>
            <a:custGeom>
              <a:avLst/>
              <a:gdLst/>
              <a:ahLst/>
              <a:cxnLst/>
              <a:rect l="l" t="t" r="r" b="b"/>
              <a:pathLst>
                <a:path w="60325" h="1901825">
                  <a:moveTo>
                    <a:pt x="60017" y="1901479"/>
                  </a:moveTo>
                  <a:lnTo>
                    <a:pt x="60017" y="0"/>
                  </a:lnTo>
                </a:path>
                <a:path w="60325" h="1901825">
                  <a:moveTo>
                    <a:pt x="60017" y="1901479"/>
                  </a:moveTo>
                  <a:lnTo>
                    <a:pt x="0" y="1901479"/>
                  </a:lnTo>
                </a:path>
              </a:pathLst>
            </a:custGeom>
            <a:ln w="951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88616" y="3049626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017" y="0"/>
                  </a:moveTo>
                  <a:lnTo>
                    <a:pt x="0" y="0"/>
                  </a:lnTo>
                </a:path>
              </a:pathLst>
            </a:custGeom>
            <a:ln w="950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88616" y="2415781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017" y="0"/>
                  </a:moveTo>
                  <a:lnTo>
                    <a:pt x="0" y="0"/>
                  </a:lnTo>
                </a:path>
              </a:pathLst>
            </a:custGeom>
            <a:ln w="950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88616" y="1781994"/>
              <a:ext cx="60325" cy="0"/>
            </a:xfrm>
            <a:custGeom>
              <a:avLst/>
              <a:gdLst/>
              <a:ahLst/>
              <a:cxnLst/>
              <a:rect l="l" t="t" r="r" b="b"/>
              <a:pathLst>
                <a:path w="60325">
                  <a:moveTo>
                    <a:pt x="60017" y="0"/>
                  </a:moveTo>
                  <a:lnTo>
                    <a:pt x="0" y="0"/>
                  </a:lnTo>
                </a:path>
              </a:pathLst>
            </a:custGeom>
            <a:ln w="950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48633" y="1260198"/>
              <a:ext cx="2556510" cy="2491105"/>
            </a:xfrm>
            <a:custGeom>
              <a:avLst/>
              <a:gdLst/>
              <a:ahLst/>
              <a:cxnLst/>
              <a:rect l="l" t="t" r="r" b="b"/>
              <a:pathLst>
                <a:path w="2556509" h="2491104">
                  <a:moveTo>
                    <a:pt x="0" y="2491038"/>
                  </a:moveTo>
                  <a:lnTo>
                    <a:pt x="2556319" y="2491038"/>
                  </a:lnTo>
                  <a:lnTo>
                    <a:pt x="2556319" y="0"/>
                  </a:lnTo>
                  <a:lnTo>
                    <a:pt x="0" y="0"/>
                  </a:lnTo>
                  <a:lnTo>
                    <a:pt x="0" y="2491038"/>
                  </a:lnTo>
                  <a:close/>
                </a:path>
              </a:pathLst>
            </a:custGeom>
            <a:ln w="951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625508" y="1586572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45003" y="22445"/>
                  </a:moveTo>
                  <a:lnTo>
                    <a:pt x="43235" y="13710"/>
                  </a:lnTo>
                  <a:lnTo>
                    <a:pt x="38414" y="6575"/>
                  </a:lnTo>
                  <a:lnTo>
                    <a:pt x="31264" y="1764"/>
                  </a:lnTo>
                  <a:lnTo>
                    <a:pt x="22511" y="0"/>
                  </a:lnTo>
                  <a:lnTo>
                    <a:pt x="13747" y="1764"/>
                  </a:lnTo>
                  <a:lnTo>
                    <a:pt x="6591" y="6575"/>
                  </a:lnTo>
                  <a:lnTo>
                    <a:pt x="1768" y="13710"/>
                  </a:lnTo>
                  <a:lnTo>
                    <a:pt x="0" y="22445"/>
                  </a:lnTo>
                  <a:lnTo>
                    <a:pt x="1768" y="31191"/>
                  </a:lnTo>
                  <a:lnTo>
                    <a:pt x="6591" y="38331"/>
                  </a:lnTo>
                  <a:lnTo>
                    <a:pt x="13747" y="43145"/>
                  </a:lnTo>
                  <a:lnTo>
                    <a:pt x="22511" y="44910"/>
                  </a:lnTo>
                  <a:lnTo>
                    <a:pt x="31264" y="43145"/>
                  </a:lnTo>
                  <a:lnTo>
                    <a:pt x="38414" y="38331"/>
                  </a:lnTo>
                  <a:lnTo>
                    <a:pt x="43235" y="31191"/>
                  </a:lnTo>
                  <a:lnTo>
                    <a:pt x="45003" y="22445"/>
                  </a:lnTo>
                </a:path>
              </a:pathLst>
            </a:custGeom>
            <a:ln w="6241">
              <a:solidFill>
                <a:srgbClr val="5EA4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97484" y="1504818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4">
                  <a:moveTo>
                    <a:pt x="45023" y="22464"/>
                  </a:moveTo>
                  <a:lnTo>
                    <a:pt x="43251" y="13718"/>
                  </a:lnTo>
                  <a:lnTo>
                    <a:pt x="38423" y="6578"/>
                  </a:lnTo>
                  <a:lnTo>
                    <a:pt x="31267" y="1764"/>
                  </a:lnTo>
                  <a:lnTo>
                    <a:pt x="22511" y="0"/>
                  </a:lnTo>
                  <a:lnTo>
                    <a:pt x="13747" y="1764"/>
                  </a:lnTo>
                  <a:lnTo>
                    <a:pt x="6591" y="6578"/>
                  </a:lnTo>
                  <a:lnTo>
                    <a:pt x="1768" y="13718"/>
                  </a:lnTo>
                  <a:lnTo>
                    <a:pt x="0" y="22464"/>
                  </a:lnTo>
                  <a:lnTo>
                    <a:pt x="1768" y="31199"/>
                  </a:lnTo>
                  <a:lnTo>
                    <a:pt x="6591" y="38334"/>
                  </a:lnTo>
                  <a:lnTo>
                    <a:pt x="13747" y="43145"/>
                  </a:lnTo>
                  <a:lnTo>
                    <a:pt x="22511" y="44910"/>
                  </a:lnTo>
                  <a:lnTo>
                    <a:pt x="31267" y="43145"/>
                  </a:lnTo>
                  <a:lnTo>
                    <a:pt x="38423" y="38334"/>
                  </a:lnTo>
                  <a:lnTo>
                    <a:pt x="43251" y="31199"/>
                  </a:lnTo>
                  <a:lnTo>
                    <a:pt x="45023" y="22464"/>
                  </a:lnTo>
                </a:path>
              </a:pathLst>
            </a:custGeom>
            <a:ln w="6241">
              <a:solidFill>
                <a:srgbClr val="5EA4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20757" y="3349910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45003" y="22425"/>
                  </a:moveTo>
                  <a:lnTo>
                    <a:pt x="43235" y="13685"/>
                  </a:lnTo>
                  <a:lnTo>
                    <a:pt x="38414" y="6558"/>
                  </a:lnTo>
                  <a:lnTo>
                    <a:pt x="31264" y="1758"/>
                  </a:lnTo>
                  <a:lnTo>
                    <a:pt x="22511" y="0"/>
                  </a:lnTo>
                  <a:lnTo>
                    <a:pt x="13747" y="1758"/>
                  </a:lnTo>
                  <a:lnTo>
                    <a:pt x="6591" y="6558"/>
                  </a:lnTo>
                  <a:lnTo>
                    <a:pt x="1768" y="13685"/>
                  </a:lnTo>
                  <a:lnTo>
                    <a:pt x="0" y="22425"/>
                  </a:lnTo>
                  <a:lnTo>
                    <a:pt x="1768" y="31171"/>
                  </a:lnTo>
                  <a:lnTo>
                    <a:pt x="6591" y="38312"/>
                  </a:lnTo>
                  <a:lnTo>
                    <a:pt x="13747" y="43125"/>
                  </a:lnTo>
                  <a:lnTo>
                    <a:pt x="22511" y="44890"/>
                  </a:lnTo>
                  <a:lnTo>
                    <a:pt x="31264" y="43125"/>
                  </a:lnTo>
                  <a:lnTo>
                    <a:pt x="38414" y="38312"/>
                  </a:lnTo>
                  <a:lnTo>
                    <a:pt x="43235" y="31171"/>
                  </a:lnTo>
                  <a:lnTo>
                    <a:pt x="45003" y="22425"/>
                  </a:lnTo>
                </a:path>
              </a:pathLst>
            </a:custGeom>
            <a:ln w="6241">
              <a:solidFill>
                <a:srgbClr val="5EA4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71270" y="1442896"/>
              <a:ext cx="2154993" cy="207214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8539910" y="2051201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0" y="0"/>
                  </a:moveTo>
                  <a:lnTo>
                    <a:pt x="63688" y="0"/>
                  </a:lnTo>
                </a:path>
              </a:pathLst>
            </a:custGeom>
            <a:ln w="6234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71754" y="2019520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63458"/>
                  </a:moveTo>
                  <a:lnTo>
                    <a:pt x="0" y="0"/>
                  </a:lnTo>
                </a:path>
              </a:pathLst>
            </a:custGeom>
            <a:ln w="6247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43249" y="3209705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0" y="0"/>
                  </a:moveTo>
                  <a:lnTo>
                    <a:pt x="63590" y="0"/>
                  </a:lnTo>
                </a:path>
              </a:pathLst>
            </a:custGeom>
            <a:ln w="6234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575093" y="3177947"/>
              <a:ext cx="0" cy="64135"/>
            </a:xfrm>
            <a:custGeom>
              <a:avLst/>
              <a:gdLst/>
              <a:ahLst/>
              <a:cxnLst/>
              <a:rect l="l" t="t" r="r" b="b"/>
              <a:pathLst>
                <a:path h="64135">
                  <a:moveTo>
                    <a:pt x="0" y="63556"/>
                  </a:moveTo>
                  <a:lnTo>
                    <a:pt x="0" y="0"/>
                  </a:lnTo>
                </a:path>
              </a:pathLst>
            </a:custGeom>
            <a:ln w="6247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391818" y="3310476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0" y="0"/>
                  </a:moveTo>
                  <a:lnTo>
                    <a:pt x="63668" y="0"/>
                  </a:lnTo>
                </a:path>
              </a:pathLst>
            </a:custGeom>
            <a:ln w="6234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423662" y="3278697"/>
              <a:ext cx="0" cy="64135"/>
            </a:xfrm>
            <a:custGeom>
              <a:avLst/>
              <a:gdLst/>
              <a:ahLst/>
              <a:cxnLst/>
              <a:rect l="l" t="t" r="r" b="b"/>
              <a:pathLst>
                <a:path h="64135">
                  <a:moveTo>
                    <a:pt x="0" y="63556"/>
                  </a:moveTo>
                  <a:lnTo>
                    <a:pt x="0" y="0"/>
                  </a:lnTo>
                </a:path>
              </a:pathLst>
            </a:custGeom>
            <a:ln w="6247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440336" y="2786654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0" y="0"/>
                  </a:moveTo>
                  <a:lnTo>
                    <a:pt x="63688" y="0"/>
                  </a:lnTo>
                </a:path>
              </a:pathLst>
            </a:custGeom>
            <a:ln w="6234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472161" y="2754954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63458"/>
                  </a:moveTo>
                  <a:lnTo>
                    <a:pt x="0" y="0"/>
                  </a:lnTo>
                </a:path>
              </a:pathLst>
            </a:custGeom>
            <a:ln w="6247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465327" y="3131030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0" y="0"/>
                  </a:moveTo>
                  <a:lnTo>
                    <a:pt x="63688" y="0"/>
                  </a:lnTo>
                </a:path>
              </a:pathLst>
            </a:custGeom>
            <a:ln w="6234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97191" y="3099330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63458"/>
                  </a:moveTo>
                  <a:lnTo>
                    <a:pt x="0" y="0"/>
                  </a:lnTo>
                </a:path>
              </a:pathLst>
            </a:custGeom>
            <a:ln w="6247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463589" y="2462055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0" y="0"/>
                  </a:moveTo>
                  <a:lnTo>
                    <a:pt x="63590" y="0"/>
                  </a:lnTo>
                </a:path>
              </a:pathLst>
            </a:custGeom>
            <a:ln w="6234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95356" y="2430276"/>
              <a:ext cx="0" cy="64135"/>
            </a:xfrm>
            <a:custGeom>
              <a:avLst/>
              <a:gdLst/>
              <a:ahLst/>
              <a:cxnLst/>
              <a:rect l="l" t="t" r="r" b="b"/>
              <a:pathLst>
                <a:path h="64135">
                  <a:moveTo>
                    <a:pt x="0" y="63556"/>
                  </a:moveTo>
                  <a:lnTo>
                    <a:pt x="0" y="0"/>
                  </a:lnTo>
                </a:path>
              </a:pathLst>
            </a:custGeom>
            <a:ln w="6247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506523" y="3306968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0" y="0"/>
                  </a:moveTo>
                  <a:lnTo>
                    <a:pt x="63668" y="0"/>
                  </a:lnTo>
                </a:path>
              </a:pathLst>
            </a:custGeom>
            <a:ln w="6234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538348" y="3275210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63439"/>
                  </a:moveTo>
                  <a:lnTo>
                    <a:pt x="0" y="0"/>
                  </a:lnTo>
                </a:path>
              </a:pathLst>
            </a:custGeom>
            <a:ln w="6247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610882" y="2868720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0" y="0"/>
                  </a:moveTo>
                  <a:lnTo>
                    <a:pt x="63590" y="0"/>
                  </a:lnTo>
                </a:path>
              </a:pathLst>
            </a:custGeom>
            <a:ln w="6234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642647" y="2837020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63458"/>
                  </a:moveTo>
                  <a:lnTo>
                    <a:pt x="0" y="0"/>
                  </a:lnTo>
                </a:path>
              </a:pathLst>
            </a:custGeom>
            <a:ln w="6247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678454" y="2988409"/>
              <a:ext cx="64135" cy="0"/>
            </a:xfrm>
            <a:custGeom>
              <a:avLst/>
              <a:gdLst/>
              <a:ahLst/>
              <a:cxnLst/>
              <a:rect l="l" t="t" r="r" b="b"/>
              <a:pathLst>
                <a:path w="64134">
                  <a:moveTo>
                    <a:pt x="0" y="0"/>
                  </a:moveTo>
                  <a:lnTo>
                    <a:pt x="63668" y="0"/>
                  </a:lnTo>
                </a:path>
              </a:pathLst>
            </a:custGeom>
            <a:ln w="6234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710279" y="2956747"/>
              <a:ext cx="0" cy="63500"/>
            </a:xfrm>
            <a:custGeom>
              <a:avLst/>
              <a:gdLst/>
              <a:ahLst/>
              <a:cxnLst/>
              <a:rect l="l" t="t" r="r" b="b"/>
              <a:pathLst>
                <a:path h="63500">
                  <a:moveTo>
                    <a:pt x="0" y="63439"/>
                  </a:moveTo>
                  <a:lnTo>
                    <a:pt x="0" y="0"/>
                  </a:lnTo>
                </a:path>
              </a:pathLst>
            </a:custGeom>
            <a:ln w="6247">
              <a:solidFill>
                <a:srgbClr val="CB63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672798" y="4518289"/>
            <a:ext cx="698500" cy="271227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535"/>
              </a:spcBef>
            </a:pPr>
            <a:r>
              <a:rPr lang="en-US" sz="1400" spc="-5" dirty="0">
                <a:solidFill>
                  <a:srgbClr val="231F20"/>
                </a:solidFill>
                <a:latin typeface="Arial"/>
                <a:cs typeface="Arial"/>
              </a:rPr>
              <a:t>Size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50" name="object 39">
            <a:extLst>
              <a:ext uri="{FF2B5EF4-FFF2-40B4-BE49-F238E27FC236}">
                <a16:creationId xmlns:a16="http://schemas.microsoft.com/office/drawing/2014/main" id="{4AFC93E7-4593-45F9-860D-C866F78B76B1}"/>
              </a:ext>
            </a:extLst>
          </p:cNvPr>
          <p:cNvSpPr txBox="1"/>
          <p:nvPr/>
        </p:nvSpPr>
        <p:spPr>
          <a:xfrm rot="16200000">
            <a:off x="5592989" y="3220530"/>
            <a:ext cx="698500" cy="271227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535"/>
              </a:spcBef>
            </a:pPr>
            <a:r>
              <a:rPr lang="en-US" sz="1400" spc="-5" dirty="0">
                <a:solidFill>
                  <a:srgbClr val="231F20"/>
                </a:solidFill>
                <a:latin typeface="Arial"/>
                <a:cs typeface="Arial"/>
              </a:rPr>
              <a:t>Color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013C1-CB8B-405B-896B-34671F3AD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EE1B9-9278-46C1-BF64-D85FE953F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24788"/>
            <a:ext cx="7104695" cy="3046988"/>
          </a:xfrm>
        </p:spPr>
        <p:txBody>
          <a:bodyPr/>
          <a:lstStyle/>
          <a:p>
            <a:r>
              <a:rPr lang="en-US" dirty="0"/>
              <a:t>The output is two Classes</a:t>
            </a:r>
          </a:p>
          <a:p>
            <a:endParaRPr lang="en-US" dirty="0"/>
          </a:p>
          <a:p>
            <a:r>
              <a:rPr lang="en-US" dirty="0"/>
              <a:t>Classifier dimension: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m-1, where m is the data dimension (number of independent variables)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 Fruit classification to Bananas and Oranges based on the size and the color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 = 2 </a:t>
            </a:r>
            <a:r>
              <a:rPr lang="en-US" dirty="0">
                <a:sym typeface="Wingdings" panose="05000000000000000000" pitchFamily="2" charset="2"/>
              </a:rPr>
              <a:t> 2-D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Classifier is a line </a:t>
            </a:r>
            <a:r>
              <a:rPr lang="en-US" dirty="0">
                <a:sym typeface="Wingdings" panose="05000000000000000000" pitchFamily="2" charset="2"/>
              </a:rPr>
              <a:t> 1-D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688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345A6-8FC3-4379-B8D6-1628DFFF0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2-D Vs 3-D</a:t>
            </a:r>
          </a:p>
        </p:txBody>
      </p:sp>
      <p:pic>
        <p:nvPicPr>
          <p:cNvPr id="3" name="Picture 2" descr="Image result for 3d data classification">
            <a:extLst>
              <a:ext uri="{FF2B5EF4-FFF2-40B4-BE49-F238E27FC236}">
                <a16:creationId xmlns:a16="http://schemas.microsoft.com/office/drawing/2014/main" id="{F276C03D-C4CC-4912-BA44-29464F741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581150"/>
            <a:ext cx="6194043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4FA071-49A6-6C18-B48C-467EB4FF34DD}"/>
              </a:ext>
            </a:extLst>
          </p:cNvPr>
          <p:cNvSpPr txBox="1"/>
          <p:nvPr/>
        </p:nvSpPr>
        <p:spPr>
          <a:xfrm>
            <a:off x="1349757" y="2990850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X2</a:t>
            </a:r>
            <a:endParaRPr lang="en-AE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A676E-3B7F-4B5C-EBEA-8B4034309B29}"/>
              </a:ext>
            </a:extLst>
          </p:cNvPr>
          <p:cNvSpPr txBox="1"/>
          <p:nvPr/>
        </p:nvSpPr>
        <p:spPr>
          <a:xfrm>
            <a:off x="2667000" y="4025900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X1</a:t>
            </a:r>
            <a:endParaRPr lang="en-AE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2694F8-1AE8-27E8-923A-CB8A5E1B897A}"/>
              </a:ext>
            </a:extLst>
          </p:cNvPr>
          <p:cNvSpPr txBox="1"/>
          <p:nvPr/>
        </p:nvSpPr>
        <p:spPr>
          <a:xfrm>
            <a:off x="6400800" y="4045075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X1</a:t>
            </a:r>
            <a:endParaRPr lang="en-AE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4CA35-F48F-FD56-C5F8-F0DB537A75B2}"/>
              </a:ext>
            </a:extLst>
          </p:cNvPr>
          <p:cNvSpPr txBox="1"/>
          <p:nvPr/>
        </p:nvSpPr>
        <p:spPr>
          <a:xfrm>
            <a:off x="4468621" y="2623582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X2</a:t>
            </a:r>
            <a:endParaRPr lang="en-AE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F5FDD3-E954-DCEB-4748-127D1D3237BD}"/>
              </a:ext>
            </a:extLst>
          </p:cNvPr>
          <p:cNvSpPr txBox="1"/>
          <p:nvPr/>
        </p:nvSpPr>
        <p:spPr>
          <a:xfrm>
            <a:off x="4958478" y="3844080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X3</a:t>
            </a:r>
            <a:endParaRPr lang="en-AE" sz="1400" dirty="0"/>
          </a:p>
        </p:txBody>
      </p:sp>
    </p:spTree>
    <p:extLst>
      <p:ext uri="{BB962C8B-B14F-4D97-AF65-F5344CB8AC3E}">
        <p14:creationId xmlns:p14="http://schemas.microsoft.com/office/powerpoint/2010/main" val="1722727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6A4AE-2779-943C-71F7-E655AB5C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57C2D-B561-D269-4D85-977EADFC3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  <a:endParaRPr lang="en-A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35C8C0-3936-7812-A6A0-F8338DC33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88"/>
            <a:ext cx="9144000" cy="511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262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1B0B-BDEB-421F-86B1-5888DD6A5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BCC39-F413-4804-A65D-594B13AF7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24788"/>
            <a:ext cx="5047296" cy="1938992"/>
          </a:xfrm>
        </p:spPr>
        <p:txBody>
          <a:bodyPr/>
          <a:lstStyle/>
          <a:p>
            <a:r>
              <a:rPr lang="en-US" b="1" dirty="0"/>
              <a:t>How?</a:t>
            </a:r>
          </a:p>
          <a:p>
            <a:endParaRPr lang="en-US" dirty="0"/>
          </a:p>
          <a:p>
            <a:r>
              <a:rPr lang="en-US" dirty="0"/>
              <a:t>The classification algorithm will find the best line to separate the two classes (linear classifier)</a:t>
            </a:r>
          </a:p>
          <a:p>
            <a:endParaRPr lang="en-US" dirty="0"/>
          </a:p>
          <a:p>
            <a:r>
              <a:rPr lang="en-US" b="1" dirty="0"/>
              <a:t>Which line in the best line?</a:t>
            </a:r>
          </a:p>
          <a:p>
            <a:endParaRPr lang="en-US" dirty="0"/>
          </a:p>
        </p:txBody>
      </p:sp>
      <p:pic>
        <p:nvPicPr>
          <p:cNvPr id="4" name="Picture 2" descr="http://www.cwa.mdx.ac.uk/csd3939/lect2Lines/twoClass.gif">
            <a:extLst>
              <a:ext uri="{FF2B5EF4-FFF2-40B4-BE49-F238E27FC236}">
                <a16:creationId xmlns:a16="http://schemas.microsoft.com/office/drawing/2014/main" id="{E61D9177-9CAE-4039-BD91-C3180B5FE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646807"/>
            <a:ext cx="4067175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D2C6D2-A17E-435D-84C1-1687D9102A27}"/>
              </a:ext>
            </a:extLst>
          </p:cNvPr>
          <p:cNvCxnSpPr/>
          <p:nvPr/>
        </p:nvCxnSpPr>
        <p:spPr>
          <a:xfrm flipH="1">
            <a:off x="5257800" y="2876550"/>
            <a:ext cx="2438400" cy="1905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65FF42-32EE-44A1-8381-D8B1A2953B65}"/>
              </a:ext>
            </a:extLst>
          </p:cNvPr>
          <p:cNvCxnSpPr/>
          <p:nvPr/>
        </p:nvCxnSpPr>
        <p:spPr>
          <a:xfrm flipH="1">
            <a:off x="5867400" y="2646807"/>
            <a:ext cx="838200" cy="213474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E1CF7E-C267-41A9-8632-FFAA300BEC86}"/>
              </a:ext>
            </a:extLst>
          </p:cNvPr>
          <p:cNvCxnSpPr/>
          <p:nvPr/>
        </p:nvCxnSpPr>
        <p:spPr>
          <a:xfrm flipH="1">
            <a:off x="5638800" y="2343150"/>
            <a:ext cx="1981200" cy="243840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353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1B0B-BDEB-421F-86B1-5888DD6A5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Classifier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BCC39-F413-4804-A65D-594B13AF7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24788"/>
            <a:ext cx="5047296" cy="1938992"/>
          </a:xfrm>
        </p:spPr>
        <p:txBody>
          <a:bodyPr/>
          <a:lstStyle/>
          <a:p>
            <a:r>
              <a:rPr lang="en-US" b="1" dirty="0"/>
              <a:t>How?</a:t>
            </a:r>
          </a:p>
          <a:p>
            <a:endParaRPr lang="en-US" dirty="0"/>
          </a:p>
          <a:p>
            <a:r>
              <a:rPr lang="en-US" dirty="0"/>
              <a:t>The classification algorithm will find </a:t>
            </a:r>
            <a:r>
              <a:rPr lang="en-US" b="1" dirty="0">
                <a:solidFill>
                  <a:srgbClr val="FF0000"/>
                </a:solidFill>
              </a:rPr>
              <a:t>the best line </a:t>
            </a:r>
            <a:r>
              <a:rPr lang="en-US" dirty="0"/>
              <a:t>to separate the two classes (linear classifier)</a:t>
            </a:r>
          </a:p>
          <a:p>
            <a:endParaRPr lang="en-US" dirty="0"/>
          </a:p>
          <a:p>
            <a:r>
              <a:rPr lang="en-US" b="1" dirty="0"/>
              <a:t>Which line in the best line?</a:t>
            </a:r>
          </a:p>
          <a:p>
            <a:endParaRPr lang="en-US" dirty="0"/>
          </a:p>
        </p:txBody>
      </p:sp>
      <p:pic>
        <p:nvPicPr>
          <p:cNvPr id="4" name="Picture 2" descr="http://www.cwa.mdx.ac.uk/csd3939/lect2Lines/twoClass.gif">
            <a:extLst>
              <a:ext uri="{FF2B5EF4-FFF2-40B4-BE49-F238E27FC236}">
                <a16:creationId xmlns:a16="http://schemas.microsoft.com/office/drawing/2014/main" id="{E61D9177-9CAE-4039-BD91-C3180B5FE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646807"/>
            <a:ext cx="4067175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DC62A5-2235-4E2C-8BAE-EDFCE3C88AB6}"/>
              </a:ext>
            </a:extLst>
          </p:cNvPr>
          <p:cNvCxnSpPr/>
          <p:nvPr/>
        </p:nvCxnSpPr>
        <p:spPr>
          <a:xfrm flipV="1">
            <a:off x="5334000" y="2800350"/>
            <a:ext cx="1676399" cy="1905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AC4779-40FC-4C5B-8622-DFC849646D0F}"/>
              </a:ext>
            </a:extLst>
          </p:cNvPr>
          <p:cNvCxnSpPr>
            <a:cxnSpLocks/>
          </p:cNvCxnSpPr>
          <p:nvPr/>
        </p:nvCxnSpPr>
        <p:spPr>
          <a:xfrm flipV="1">
            <a:off x="5867400" y="3028950"/>
            <a:ext cx="1828800" cy="1752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B73C1F-14D2-428E-A139-6A2EEF65D30F}"/>
              </a:ext>
            </a:extLst>
          </p:cNvPr>
          <p:cNvCxnSpPr>
            <a:cxnSpLocks/>
          </p:cNvCxnSpPr>
          <p:nvPr/>
        </p:nvCxnSpPr>
        <p:spPr>
          <a:xfrm flipV="1">
            <a:off x="5334000" y="2571750"/>
            <a:ext cx="2286000" cy="24086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B5F767-53A7-434D-A28F-F09576502FCA}"/>
              </a:ext>
            </a:extLst>
          </p:cNvPr>
          <p:cNvCxnSpPr>
            <a:cxnSpLocks/>
          </p:cNvCxnSpPr>
          <p:nvPr/>
        </p:nvCxnSpPr>
        <p:spPr>
          <a:xfrm>
            <a:off x="6781800" y="3028950"/>
            <a:ext cx="228599" cy="134830"/>
          </a:xfrm>
          <a:prstGeom prst="straightConnector1">
            <a:avLst/>
          </a:prstGeom>
          <a:ln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6E0BCB-BA16-437D-A6BF-0D43FE3DEA23}"/>
              </a:ext>
            </a:extLst>
          </p:cNvPr>
          <p:cNvCxnSpPr>
            <a:cxnSpLocks/>
          </p:cNvCxnSpPr>
          <p:nvPr/>
        </p:nvCxnSpPr>
        <p:spPr>
          <a:xfrm>
            <a:off x="7010399" y="3179063"/>
            <a:ext cx="228599" cy="134830"/>
          </a:xfrm>
          <a:prstGeom prst="straightConnector1">
            <a:avLst/>
          </a:prstGeom>
          <a:ln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201FC8F-8306-433F-A6C8-C7219C841F5F}"/>
              </a:ext>
            </a:extLst>
          </p:cNvPr>
          <p:cNvSpPr txBox="1"/>
          <p:nvPr/>
        </p:nvSpPr>
        <p:spPr>
          <a:xfrm>
            <a:off x="6705600" y="2038350"/>
            <a:ext cx="2075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Maximum Margin</a:t>
            </a:r>
          </a:p>
        </p:txBody>
      </p:sp>
    </p:spTree>
    <p:extLst>
      <p:ext uri="{BB962C8B-B14F-4D97-AF65-F5344CB8AC3E}">
        <p14:creationId xmlns:p14="http://schemas.microsoft.com/office/powerpoint/2010/main" val="1360139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86D0D-7FA0-4770-A212-37012AF85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Linear Classifier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EA27B-3653-4BA4-84EE-9E3F34214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1384995"/>
          </a:xfrm>
        </p:spPr>
        <p:txBody>
          <a:bodyPr/>
          <a:lstStyle/>
          <a:p>
            <a:r>
              <a:rPr lang="en-US" dirty="0"/>
              <a:t>What if the problem is not linearly separable?</a:t>
            </a:r>
          </a:p>
          <a:p>
            <a:endParaRPr lang="en-US" dirty="0"/>
          </a:p>
          <a:p>
            <a:r>
              <a:rPr lang="en-US" dirty="0"/>
              <a:t>One solution: dimension transformation</a:t>
            </a:r>
          </a:p>
          <a:p>
            <a:endParaRPr lang="en-US" dirty="0"/>
          </a:p>
          <a:p>
            <a:r>
              <a:rPr lang="en-US" dirty="0"/>
              <a:t>Example: XOR  Problem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84F4B3-E921-459C-8D05-271094782DFF}"/>
              </a:ext>
            </a:extLst>
          </p:cNvPr>
          <p:cNvCxnSpPr/>
          <p:nvPr/>
        </p:nvCxnSpPr>
        <p:spPr>
          <a:xfrm>
            <a:off x="5638800" y="1885950"/>
            <a:ext cx="0" cy="274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7C5975-5D8E-4CBF-8778-6AA1EF911E55}"/>
              </a:ext>
            </a:extLst>
          </p:cNvPr>
          <p:cNvCxnSpPr/>
          <p:nvPr/>
        </p:nvCxnSpPr>
        <p:spPr>
          <a:xfrm>
            <a:off x="5638800" y="4629150"/>
            <a:ext cx="281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46A6142-B608-446C-A0B2-2AA0BE9B26D7}"/>
                  </a:ext>
                </a:extLst>
              </p14:cNvPr>
              <p14:cNvContentPartPr/>
              <p14:nvPr/>
            </p14:nvContentPartPr>
            <p14:xfrm>
              <a:off x="5597888" y="3574896"/>
              <a:ext cx="87840" cy="93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46A6142-B608-446C-A0B2-2AA0BE9B26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88888" y="3565896"/>
                <a:ext cx="10548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F00ABDC-1D1A-45C8-AFA7-381363C6ADD3}"/>
                  </a:ext>
                </a:extLst>
              </p14:cNvPr>
              <p14:cNvContentPartPr/>
              <p14:nvPr/>
            </p14:nvContentPartPr>
            <p14:xfrm>
              <a:off x="5591408" y="3578496"/>
              <a:ext cx="105840" cy="1134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F00ABDC-1D1A-45C8-AFA7-381363C6AD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82408" y="3569856"/>
                <a:ext cx="12348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68FF676-B927-4C8F-B17A-AE4961B8B256}"/>
                  </a:ext>
                </a:extLst>
              </p14:cNvPr>
              <p14:cNvContentPartPr/>
              <p14:nvPr/>
            </p14:nvContentPartPr>
            <p14:xfrm>
              <a:off x="6602648" y="4575336"/>
              <a:ext cx="113040" cy="136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68FF676-B927-4C8F-B17A-AE4961B8B25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4008" y="4566696"/>
                <a:ext cx="1306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08BE206-95CE-4D02-AA32-00AE65D52AFB}"/>
                  </a:ext>
                </a:extLst>
              </p14:cNvPr>
              <p14:cNvContentPartPr/>
              <p14:nvPr/>
            </p14:nvContentPartPr>
            <p14:xfrm>
              <a:off x="6591128" y="4562016"/>
              <a:ext cx="137520" cy="109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08BE206-95CE-4D02-AA32-00AE65D52A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82128" y="4553016"/>
                <a:ext cx="15516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82BDF14-F8B6-4D2A-9391-CE9AF692DDAE}"/>
                  </a:ext>
                </a:extLst>
              </p14:cNvPr>
              <p14:cNvContentPartPr/>
              <p14:nvPr/>
            </p14:nvContentPartPr>
            <p14:xfrm>
              <a:off x="5619488" y="4563816"/>
              <a:ext cx="88200" cy="116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82BDF14-F8B6-4D2A-9391-CE9AF692DDA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10488" y="4555176"/>
                <a:ext cx="10584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187F9B1-330F-4020-8806-489B4F979894}"/>
                  </a:ext>
                </a:extLst>
              </p14:cNvPr>
              <p14:cNvContentPartPr/>
              <p14:nvPr/>
            </p14:nvContentPartPr>
            <p14:xfrm>
              <a:off x="6550448" y="3645816"/>
              <a:ext cx="107640" cy="123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187F9B1-330F-4020-8806-489B4F97989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41808" y="3637176"/>
                <a:ext cx="125280" cy="14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18D58B66-10CD-4CC3-B295-01C97381DEDC}"/>
              </a:ext>
            </a:extLst>
          </p:cNvPr>
          <p:cNvGrpSpPr/>
          <p:nvPr/>
        </p:nvGrpSpPr>
        <p:grpSpPr>
          <a:xfrm>
            <a:off x="6474488" y="1479336"/>
            <a:ext cx="1700640" cy="1137240"/>
            <a:chOff x="6474488" y="1479336"/>
            <a:chExt cx="1700640" cy="113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4C97757-B082-4D39-A844-5416FE2BF0D9}"/>
                    </a:ext>
                  </a:extLst>
                </p14:cNvPr>
                <p14:cNvContentPartPr/>
                <p14:nvPr/>
              </p14:nvContentPartPr>
              <p14:xfrm>
                <a:off x="6632528" y="1609656"/>
                <a:ext cx="146160" cy="400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4C97757-B082-4D39-A844-5416FE2BF0D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623888" y="1600656"/>
                  <a:ext cx="16380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2B5E995-BFC4-4B8E-9027-A48F3B54E878}"/>
                    </a:ext>
                  </a:extLst>
                </p14:cNvPr>
                <p14:cNvContentPartPr/>
                <p14:nvPr/>
              </p14:nvContentPartPr>
              <p14:xfrm>
                <a:off x="6527408" y="1629096"/>
                <a:ext cx="326520" cy="339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2B5E995-BFC4-4B8E-9027-A48F3B54E87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18408" y="1620096"/>
                  <a:ext cx="3441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5C34D7A-4BAA-4C74-A6C4-6CF816D15FF4}"/>
                    </a:ext>
                  </a:extLst>
                </p14:cNvPr>
                <p14:cNvContentPartPr/>
                <p14:nvPr/>
              </p14:nvContentPartPr>
              <p14:xfrm>
                <a:off x="6866888" y="1611096"/>
                <a:ext cx="212400" cy="375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5C34D7A-4BAA-4C74-A6C4-6CF816D15FF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57888" y="1602096"/>
                  <a:ext cx="23004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943894A-9E74-4B2C-B363-0490080081BD}"/>
                    </a:ext>
                  </a:extLst>
                </p14:cNvPr>
                <p14:cNvContentPartPr/>
                <p14:nvPr/>
              </p14:nvContentPartPr>
              <p14:xfrm>
                <a:off x="7122128" y="1640256"/>
                <a:ext cx="118800" cy="240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943894A-9E74-4B2C-B363-0490080081B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13488" y="1631256"/>
                  <a:ext cx="1364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DF45748-4A57-4D35-ADD7-A9C60F9A0448}"/>
                    </a:ext>
                  </a:extLst>
                </p14:cNvPr>
                <p14:cNvContentPartPr/>
                <p14:nvPr/>
              </p14:nvContentPartPr>
              <p14:xfrm>
                <a:off x="7141568" y="1479336"/>
                <a:ext cx="393480" cy="372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DF45748-4A57-4D35-ADD7-A9C60F9A044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132928" y="1470696"/>
                  <a:ext cx="41112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304219D-1EE8-420C-B364-7607840C3DB3}"/>
                    </a:ext>
                  </a:extLst>
                </p14:cNvPr>
                <p14:cNvContentPartPr/>
                <p14:nvPr/>
              </p14:nvContentPartPr>
              <p14:xfrm>
                <a:off x="6519128" y="2362416"/>
                <a:ext cx="177840" cy="254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04219D-1EE8-420C-B364-7607840C3DB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510128" y="2353776"/>
                  <a:ext cx="1954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220A7D8-7B4A-4FA5-89DB-E95DE6BEAE55}"/>
                    </a:ext>
                  </a:extLst>
                </p14:cNvPr>
                <p14:cNvContentPartPr/>
                <p14:nvPr/>
              </p14:nvContentPartPr>
              <p14:xfrm>
                <a:off x="6474488" y="2166576"/>
                <a:ext cx="401040" cy="298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220A7D8-7B4A-4FA5-89DB-E95DE6BEAE5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65488" y="2157576"/>
                  <a:ext cx="4186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F3D4E22-43FF-4BDE-94CB-92DCE0C25DE4}"/>
                    </a:ext>
                  </a:extLst>
                </p14:cNvPr>
                <p14:cNvContentPartPr/>
                <p14:nvPr/>
              </p14:nvContentPartPr>
              <p14:xfrm>
                <a:off x="6921968" y="2237856"/>
                <a:ext cx="121680" cy="184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3D4E22-43FF-4BDE-94CB-92DCE0C25DE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12968" y="2229216"/>
                  <a:ext cx="1393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DABCB57-CD8B-4DBF-83AE-0B73251B4B5B}"/>
                    </a:ext>
                  </a:extLst>
                </p14:cNvPr>
                <p14:cNvContentPartPr/>
                <p14:nvPr/>
              </p14:nvContentPartPr>
              <p14:xfrm>
                <a:off x="7152728" y="2242896"/>
                <a:ext cx="1440" cy="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DABCB57-CD8B-4DBF-83AE-0B73251B4B5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44088" y="2234256"/>
                  <a:ext cx="190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4C559A0-A1F1-4CA6-AD2E-873AA2AC010F}"/>
                    </a:ext>
                  </a:extLst>
                </p14:cNvPr>
                <p14:cNvContentPartPr/>
                <p14:nvPr/>
              </p14:nvContentPartPr>
              <p14:xfrm>
                <a:off x="7096208" y="2247576"/>
                <a:ext cx="127440" cy="136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4C559A0-A1F1-4CA6-AD2E-873AA2AC010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87568" y="2238576"/>
                  <a:ext cx="145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3AE023-7313-4B0B-8AFA-C0A86332600A}"/>
                    </a:ext>
                  </a:extLst>
                </p14:cNvPr>
                <p14:cNvContentPartPr/>
                <p14:nvPr/>
              </p14:nvContentPartPr>
              <p14:xfrm>
                <a:off x="7127168" y="2064696"/>
                <a:ext cx="315360" cy="250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3AE023-7313-4B0B-8AFA-C0A86332600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18528" y="2055696"/>
                  <a:ext cx="3330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F314A33-41B3-4C2D-8E73-678479FC089F}"/>
                    </a:ext>
                  </a:extLst>
                </p14:cNvPr>
                <p14:cNvContentPartPr/>
                <p14:nvPr/>
              </p14:nvContentPartPr>
              <p14:xfrm>
                <a:off x="7323368" y="1953816"/>
                <a:ext cx="300960" cy="282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F314A33-41B3-4C2D-8E73-678479FC089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14728" y="1945176"/>
                  <a:ext cx="3186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EBEC527-32CB-47D4-A547-E520FE39F442}"/>
                    </a:ext>
                  </a:extLst>
                </p14:cNvPr>
                <p14:cNvContentPartPr/>
                <p14:nvPr/>
              </p14:nvContentPartPr>
              <p14:xfrm>
                <a:off x="7581848" y="1891176"/>
                <a:ext cx="165600" cy="227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EBEC527-32CB-47D4-A547-E520FE39F44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72848" y="1882536"/>
                  <a:ext cx="1832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031CB4D-CB40-4C77-9392-226820B78380}"/>
                    </a:ext>
                  </a:extLst>
                </p14:cNvPr>
                <p14:cNvContentPartPr/>
                <p14:nvPr/>
              </p14:nvContentPartPr>
              <p14:xfrm>
                <a:off x="7795688" y="1764096"/>
                <a:ext cx="379440" cy="256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031CB4D-CB40-4C77-9392-226820B783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87048" y="1755096"/>
                  <a:ext cx="397080" cy="27432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5210174B-C370-4A32-B8F9-D61ED3B93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164375"/>
              </p:ext>
            </p:extLst>
          </p:nvPr>
        </p:nvGraphicFramePr>
        <p:xfrm>
          <a:off x="1041149" y="2821432"/>
          <a:ext cx="191231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37">
                  <a:extLst>
                    <a:ext uri="{9D8B030D-6E8A-4147-A177-3AD203B41FA5}">
                      <a16:colId xmlns:a16="http://schemas.microsoft.com/office/drawing/2014/main" val="2670575781"/>
                    </a:ext>
                  </a:extLst>
                </a:gridCol>
                <a:gridCol w="637437">
                  <a:extLst>
                    <a:ext uri="{9D8B030D-6E8A-4147-A177-3AD203B41FA5}">
                      <a16:colId xmlns:a16="http://schemas.microsoft.com/office/drawing/2014/main" val="1674017410"/>
                    </a:ext>
                  </a:extLst>
                </a:gridCol>
                <a:gridCol w="637437">
                  <a:extLst>
                    <a:ext uri="{9D8B030D-6E8A-4147-A177-3AD203B41FA5}">
                      <a16:colId xmlns:a16="http://schemas.microsoft.com/office/drawing/2014/main" val="2226715283"/>
                    </a:ext>
                  </a:extLst>
                </a:gridCol>
              </a:tblGrid>
              <a:tr h="365515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359614"/>
                  </a:ext>
                </a:extLst>
              </a:tr>
              <a:tr h="36551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795464"/>
                  </a:ext>
                </a:extLst>
              </a:tr>
              <a:tr h="36551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805650"/>
                  </a:ext>
                </a:extLst>
              </a:tr>
              <a:tr h="36551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899016"/>
                  </a:ext>
                </a:extLst>
              </a:tr>
              <a:tr h="36551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227270"/>
                  </a:ext>
                </a:extLst>
              </a:tr>
            </a:tbl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:a16="http://schemas.microsoft.com/office/drawing/2014/main" id="{17785ACC-6F43-4D4C-812D-B25CA7E7CCDB}"/>
              </a:ext>
            </a:extLst>
          </p:cNvPr>
          <p:cNvGrpSpPr/>
          <p:nvPr/>
        </p:nvGrpSpPr>
        <p:grpSpPr>
          <a:xfrm>
            <a:off x="7291328" y="2453136"/>
            <a:ext cx="659880" cy="650520"/>
            <a:chOff x="7291328" y="2453136"/>
            <a:chExt cx="659880" cy="65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C4F79E8-24CF-41AE-B64A-CDD739D211E1}"/>
                    </a:ext>
                  </a:extLst>
                </p14:cNvPr>
                <p14:cNvContentPartPr/>
                <p14:nvPr/>
              </p14:nvContentPartPr>
              <p14:xfrm>
                <a:off x="7291328" y="2743296"/>
                <a:ext cx="358920" cy="360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C4F79E8-24CF-41AE-B64A-CDD739D211E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282328" y="2734296"/>
                  <a:ext cx="37656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F5B950C-72EF-48E9-A050-84BE732E168A}"/>
                    </a:ext>
                  </a:extLst>
                </p14:cNvPr>
                <p14:cNvContentPartPr/>
                <p14:nvPr/>
              </p14:nvContentPartPr>
              <p14:xfrm>
                <a:off x="7589768" y="2639976"/>
                <a:ext cx="241200" cy="253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F5B950C-72EF-48E9-A050-84BE732E168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81128" y="2630976"/>
                  <a:ext cx="2588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9C47F78-0D17-4078-893B-99CD1868934E}"/>
                    </a:ext>
                  </a:extLst>
                </p14:cNvPr>
                <p14:cNvContentPartPr/>
                <p14:nvPr/>
              </p14:nvContentPartPr>
              <p14:xfrm>
                <a:off x="7485728" y="2453136"/>
                <a:ext cx="465480" cy="488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9C47F78-0D17-4078-893B-99CD1868934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77088" y="2444496"/>
                  <a:ext cx="483120" cy="50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72903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A8592-3E3A-80BA-3BA6-A9ABED54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90337-509A-5028-893E-78173B72F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30469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this Section we describe a fundamental framework for linear two-class classification called </a:t>
            </a:r>
            <a:r>
              <a:rPr lang="en-US" i="1" dirty="0"/>
              <a:t>logistic regression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 follows naturally from the regression framework regression introduced in the previous part.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added consideration here is that data output is now constrained to take on </a:t>
            </a:r>
            <a:r>
              <a:rPr lang="en-US" i="1" dirty="0"/>
              <a:t>only two discrete values; </a:t>
            </a:r>
            <a:r>
              <a:rPr lang="en-US" dirty="0"/>
              <a:t>either the value </a:t>
            </a:r>
            <a:r>
              <a:rPr lang="en-US" b="1" i="1" dirty="0"/>
              <a:t>0 </a:t>
            </a:r>
            <a:r>
              <a:rPr lang="en-US" dirty="0"/>
              <a:t>or </a:t>
            </a:r>
            <a:r>
              <a:rPr lang="en-US" b="1" i="1" dirty="0"/>
              <a:t>+1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So, after finding the linear combination of input features (</a:t>
            </a:r>
            <a:r>
              <a:rPr lang="en-US" altLang="en-US" i="1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Y= b</a:t>
            </a:r>
            <a:r>
              <a:rPr lang="en-US" altLang="en-US" i="1" baseline="-25000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altLang="en-US" i="1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b</a:t>
            </a:r>
            <a:r>
              <a:rPr lang="en-US" altLang="en-US" i="1" baseline="-25000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en-US" i="1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.X), </a:t>
            </a:r>
            <a:r>
              <a:rPr lang="en-US" altLang="en-US" b="1" i="1" dirty="0">
                <a:solidFill>
                  <a:srgbClr val="2929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need to map the output to discrete value.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113762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6E479-8C86-1077-F68E-7B065A5A0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B1709-91EC-433B-0D15-C34D26D7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with Step Function</a:t>
            </a:r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EFCE5-1034-7461-DAD2-D12D24EC0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24788"/>
            <a:ext cx="4437696" cy="3323987"/>
          </a:xfrm>
        </p:spPr>
        <p:txBody>
          <a:bodyPr/>
          <a:lstStyle/>
          <a:p>
            <a:endParaRPr lang="en-AE" dirty="0"/>
          </a:p>
          <a:p>
            <a:r>
              <a:rPr lang="en-US" dirty="0"/>
              <a:t>Consider the following dataset, where we have two classes. Using step function to match our 0,1 labels.</a:t>
            </a:r>
          </a:p>
          <a:p>
            <a:endParaRPr lang="en-US" dirty="0"/>
          </a:p>
          <a:p>
            <a:r>
              <a:rPr lang="en-US" dirty="0"/>
              <a:t>Fitting a linear model (line) is not suitable. </a:t>
            </a:r>
            <a:endParaRPr lang="en-AE" dirty="0"/>
          </a:p>
          <a:p>
            <a:r>
              <a:rPr lang="en-US" dirty="0"/>
              <a:t>Unfortunately, because here the Least Squares cost takes on only integer values.</a:t>
            </a:r>
          </a:p>
          <a:p>
            <a:endParaRPr lang="en-AE" dirty="0"/>
          </a:p>
          <a:p>
            <a:endParaRPr lang="en-AE" dirty="0"/>
          </a:p>
          <a:p>
            <a:r>
              <a:rPr lang="en-US" dirty="0"/>
              <a:t>How do we tune these parameters properly?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572E81-3E8B-6B27-A2ED-780EFDF5C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485" y="2278148"/>
            <a:ext cx="3726544" cy="2544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7132E9-1FAA-09A3-4FB5-4A5607C2E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157" y="1224788"/>
            <a:ext cx="3282044" cy="75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400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7ACC1-FAD4-B29A-2CA9-F450C98AB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1AD5E-7985-010B-4E4B-6E9CF425E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85750"/>
            <a:ext cx="8418191" cy="861774"/>
          </a:xfrm>
        </p:spPr>
        <p:txBody>
          <a:bodyPr/>
          <a:lstStyle/>
          <a:p>
            <a:r>
              <a:rPr lang="en-US" sz="2800" dirty="0"/>
              <a:t>Logistic Regression with Sigmoid Function</a:t>
            </a:r>
            <a:br>
              <a:rPr lang="en-AE" sz="2800" dirty="0"/>
            </a:br>
            <a:endParaRPr lang="en-AE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D7ECA9-0E1E-82DC-93EE-935F4C9CA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24788"/>
            <a:ext cx="5047296" cy="3600986"/>
          </a:xfrm>
        </p:spPr>
        <p:txBody>
          <a:bodyPr/>
          <a:lstStyle/>
          <a:p>
            <a:endParaRPr lang="en-AE" dirty="0"/>
          </a:p>
          <a:p>
            <a:r>
              <a:rPr lang="en-AE" dirty="0"/>
              <a:t>The logistic Sigmoid Function</a:t>
            </a:r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r>
              <a:rPr lang="en-US" dirty="0"/>
              <a:t>When we fit sigmoid function, instead of the step function, to map the linear model to discrete output, we are therefore performing regression with a logistic or </a:t>
            </a:r>
            <a:r>
              <a:rPr lang="en-US" i="1" dirty="0"/>
              <a:t>logistic regression</a:t>
            </a:r>
            <a:endParaRPr lang="en-US" dirty="0"/>
          </a:p>
          <a:p>
            <a:endParaRPr lang="en-US" dirty="0"/>
          </a:p>
          <a:p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9596B-D3A2-18D7-14F2-FD23C01B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19838"/>
            <a:ext cx="2895600" cy="720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E105AA-F17A-FE2D-C26A-28E72A305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139" y="1809750"/>
            <a:ext cx="3153099" cy="268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661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6BAD3-A22F-351F-6709-FAEF374E9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CA01-35F6-CAC3-2AB1-696433C5A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3" y="285750"/>
            <a:ext cx="8418191" cy="492443"/>
          </a:xfrm>
        </p:spPr>
        <p:txBody>
          <a:bodyPr/>
          <a:lstStyle/>
          <a:p>
            <a:r>
              <a:rPr lang="en-US" sz="3200" dirty="0"/>
              <a:t>Logistic regression using the Least Squares cost</a:t>
            </a:r>
            <a:endParaRPr lang="en-AE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25809-51B4-5D52-A9F0-5B575884E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2215991"/>
          </a:xfrm>
        </p:spPr>
        <p:txBody>
          <a:bodyPr/>
          <a:lstStyle/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endParaRPr lang="en-AE" dirty="0"/>
          </a:p>
          <a:p>
            <a:r>
              <a:rPr lang="en-US" dirty="0"/>
              <a:t>because we </a:t>
            </a:r>
            <a:r>
              <a:rPr lang="en-US" i="1" dirty="0"/>
              <a:t>know </a:t>
            </a:r>
            <a:r>
              <a:rPr lang="en-US" dirty="0"/>
              <a:t>that the output we deal with is limited to the </a:t>
            </a:r>
            <a:r>
              <a:rPr lang="en-US" i="1" dirty="0"/>
              <a:t>discrete </a:t>
            </a:r>
            <a:r>
              <a:rPr lang="en-US" dirty="0"/>
              <a:t>values 0 or 1, it is reasonable to ask if there is a more appropriate cost that is customized to deal with just such output.</a:t>
            </a:r>
          </a:p>
          <a:p>
            <a:endParaRPr lang="en-A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A98946-A9A4-BC21-C874-791D303C55EE}"/>
                  </a:ext>
                </a:extLst>
              </p:cNvPr>
              <p:cNvSpPr txBox="1"/>
              <p:nvPr/>
            </p:nvSpPr>
            <p:spPr>
              <a:xfrm>
                <a:off x="2590800" y="1428750"/>
                <a:ext cx="2713372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𝑆𝑖𝑔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A98946-A9A4-BC21-C874-791D303C5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1428750"/>
                <a:ext cx="2713372" cy="6707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6241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215D4-0D1C-4806-E712-80BBC6526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492443"/>
          </a:xfrm>
        </p:spPr>
        <p:txBody>
          <a:bodyPr/>
          <a:lstStyle/>
          <a:p>
            <a:r>
              <a:rPr lang="en-US" sz="3200" dirty="0"/>
              <a:t>Logistic regression using the Cross Entropy cost</a:t>
            </a:r>
            <a:endParaRPr lang="en-AE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734E5-694C-C911-E904-C0EAD5290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3" y="895350"/>
            <a:ext cx="8418191" cy="3877985"/>
          </a:xfrm>
        </p:spPr>
        <p:txBody>
          <a:bodyPr/>
          <a:lstStyle/>
          <a:p>
            <a:endParaRPr lang="en-AE" dirty="0"/>
          </a:p>
          <a:p>
            <a:endParaRPr lang="en-AE" dirty="0"/>
          </a:p>
          <a:p>
            <a:r>
              <a:rPr lang="en-US" dirty="0"/>
              <a:t>Such a point-wise cost does exist for these restricted output values. </a:t>
            </a:r>
          </a:p>
          <a:p>
            <a:r>
              <a:rPr lang="en-US" dirty="0"/>
              <a:t>One such cost - which we call the </a:t>
            </a:r>
            <a:r>
              <a:rPr lang="en-US" i="1" dirty="0"/>
              <a:t>Log Error </a:t>
            </a:r>
            <a:r>
              <a:rPr lang="en-US" dirty="0"/>
              <a:t>- is as follows (for a single point)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AE" dirty="0"/>
          </a:p>
          <a:p>
            <a:r>
              <a:rPr lang="en-US" dirty="0"/>
              <a:t>We can then form the so-called </a:t>
            </a:r>
            <a:r>
              <a:rPr lang="en-US" b="1" i="1" dirty="0"/>
              <a:t>Cross Entropy </a:t>
            </a:r>
            <a:r>
              <a:rPr lang="en-US" b="1" dirty="0"/>
              <a:t>cost function </a:t>
            </a:r>
            <a:r>
              <a:rPr lang="en-US" dirty="0"/>
              <a:t>by </a:t>
            </a:r>
            <a:r>
              <a:rPr lang="en-US" b="1" dirty="0"/>
              <a:t>taking the average of the Log Error costs over all datapoints as</a:t>
            </a:r>
          </a:p>
          <a:p>
            <a:endParaRPr lang="en-AE" dirty="0"/>
          </a:p>
          <a:p>
            <a:endParaRPr lang="en-AE" dirty="0"/>
          </a:p>
          <a:p>
            <a:r>
              <a:rPr lang="en-US" dirty="0"/>
              <a:t>The Cross Entropy cost is </a:t>
            </a:r>
            <a:r>
              <a:rPr lang="en-US" i="1" dirty="0"/>
              <a:t>always </a:t>
            </a:r>
            <a:r>
              <a:rPr lang="en-US" i="1" dirty="0">
                <a:solidFill>
                  <a:srgbClr val="FF0000"/>
                </a:solidFill>
              </a:rPr>
              <a:t>convex</a:t>
            </a:r>
            <a:r>
              <a:rPr lang="en-US" i="1" dirty="0"/>
              <a:t> </a:t>
            </a:r>
            <a:r>
              <a:rPr lang="en-US" dirty="0"/>
              <a:t>regardless of the dataset used. Easy to be optimized</a:t>
            </a:r>
            <a:endParaRPr lang="en-A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FD7172-10DE-9D90-D8DA-F1E39956CA06}"/>
                  </a:ext>
                </a:extLst>
              </p:cNvPr>
              <p:cNvSpPr txBox="1"/>
              <p:nvPr/>
            </p:nvSpPr>
            <p:spPr>
              <a:xfrm>
                <a:off x="1828800" y="2212036"/>
                <a:ext cx="4210320" cy="719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/>
                  <a:t>Log Error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𝑆𝑖𝑔</m:t>
                                    </m:r>
                                    <m:d>
                                      <m:d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𝑆𝑖𝑔</m:t>
                                    </m:r>
                                    <m:d>
                                      <m:d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 dirty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FFD7172-10DE-9D90-D8DA-F1E39956C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212036"/>
                <a:ext cx="4210320" cy="719428"/>
              </a:xfrm>
              <a:prstGeom prst="rect">
                <a:avLst/>
              </a:prstGeom>
              <a:blipFill>
                <a:blip r:embed="rId2"/>
                <a:stretch>
                  <a:fillRect l="-3329"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892859-311D-DC8C-5305-40B16A5DA870}"/>
                  </a:ext>
                </a:extLst>
              </p:cNvPr>
              <p:cNvSpPr txBox="1"/>
              <p:nvPr/>
            </p:nvSpPr>
            <p:spPr>
              <a:xfrm>
                <a:off x="4038600" y="3562350"/>
                <a:ext cx="1354538" cy="536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AE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𝐿𝑜𝑔𝐸𝑟𝑟𝑜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892859-311D-DC8C-5305-40B16A5DA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3562350"/>
                <a:ext cx="1354538" cy="5362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798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9EB2E9FB630D499918B8F6CAC84B60" ma:contentTypeVersion="3" ma:contentTypeDescription="Create a new document." ma:contentTypeScope="" ma:versionID="4fd7eb3e58b85baec0fd0cf169f544d9">
  <xsd:schema xmlns:xsd="http://www.w3.org/2001/XMLSchema" xmlns:xs="http://www.w3.org/2001/XMLSchema" xmlns:p="http://schemas.microsoft.com/office/2006/metadata/properties" xmlns:ns2="c974d4e5-f305-4feb-a004-2bd06caf3c2b" targetNamespace="http://schemas.microsoft.com/office/2006/metadata/properties" ma:root="true" ma:fieldsID="ff8484fd76a4646b7414ae59c5a5f383" ns2:_="">
    <xsd:import namespace="c974d4e5-f305-4feb-a004-2bd06caf3c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74d4e5-f305-4feb-a004-2bd06caf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8236408-FAAE-4782-AB7D-B6BFC9967187}"/>
</file>

<file path=customXml/itemProps2.xml><?xml version="1.0" encoding="utf-8"?>
<ds:datastoreItem xmlns:ds="http://schemas.openxmlformats.org/officeDocument/2006/customXml" ds:itemID="{52F0D3A6-4A0E-4E51-B56C-E7E6CDD74BA7}"/>
</file>

<file path=customXml/itemProps3.xml><?xml version="1.0" encoding="utf-8"?>
<ds:datastoreItem xmlns:ds="http://schemas.openxmlformats.org/officeDocument/2006/customXml" ds:itemID="{8FBBFF43-59EF-4F75-B404-9E808754F64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1101</TotalTime>
  <Words>686</Words>
  <Application>Microsoft Office PowerPoint</Application>
  <PresentationFormat>On-screen Show (16:9)</PresentationFormat>
  <Paragraphs>137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 Math</vt:lpstr>
      <vt:lpstr>Corbel</vt:lpstr>
      <vt:lpstr>Wingdings</vt:lpstr>
      <vt:lpstr>Office Theme</vt:lpstr>
      <vt:lpstr>PDE4444</vt:lpstr>
      <vt:lpstr>Supervised learning</vt:lpstr>
      <vt:lpstr>Supervised learning</vt:lpstr>
      <vt:lpstr>In this lesson …</vt:lpstr>
      <vt:lpstr>Example of classification</vt:lpstr>
      <vt:lpstr>Binary Classifier</vt:lpstr>
      <vt:lpstr>2-D Vs 3-D</vt:lpstr>
      <vt:lpstr>Logistic Regression</vt:lpstr>
      <vt:lpstr>Binary Classifier</vt:lpstr>
      <vt:lpstr>Binary Classifier</vt:lpstr>
      <vt:lpstr>Binary Linear Classifier</vt:lpstr>
      <vt:lpstr>Logistic Regression</vt:lpstr>
      <vt:lpstr>Logistic Regression with Step Function</vt:lpstr>
      <vt:lpstr>Logistic Regression with Sigmoid Function </vt:lpstr>
      <vt:lpstr>Logistic regression using the Least Squares cost</vt:lpstr>
      <vt:lpstr>Logistic regression using the Cross Entropy cost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 this lesson … Part 1</dc:title>
  <cp:lastModifiedBy>Maha Saadeh</cp:lastModifiedBy>
  <cp:revision>191</cp:revision>
  <dcterms:created xsi:type="dcterms:W3CDTF">2020-12-02T08:32:33Z</dcterms:created>
  <dcterms:modified xsi:type="dcterms:W3CDTF">2026-01-26T08:01:13Z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2020-11-30T00:00:00Z</vt:filetime>
  </property>
  <property fmtid="{D5CDD505-2E9C-101B-9397-08002B2CF9AE}" pid="3" name="LastSaved">
    <vt:filetime>2020-12-02T00:00:00Z</vt:filetime>
  </property>
  <property fmtid="{D5CDD505-2E9C-101B-9397-08002B2CF9AE}" pid="4" name="ContentTypeId">
    <vt:lpwstr>0x0101003A9EB2E9FB630D499918B8F6CAC84B60</vt:lpwstr>
  </property>
</Properties>
</file>