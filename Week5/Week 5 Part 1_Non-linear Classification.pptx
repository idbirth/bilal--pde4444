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348" r:id="rId2"/>
    <p:sldId id="496" r:id="rId3"/>
    <p:sldId id="331" r:id="rId4"/>
    <p:sldId id="345" r:id="rId5"/>
    <p:sldId id="494" r:id="rId6"/>
    <p:sldId id="495" r:id="rId7"/>
    <p:sldId id="352" r:id="rId8"/>
    <p:sldId id="354" r:id="rId9"/>
    <p:sldId id="355" r:id="rId10"/>
    <p:sldId id="356" r:id="rId11"/>
    <p:sldId id="357" r:id="rId12"/>
    <p:sldId id="353" r:id="rId13"/>
    <p:sldId id="425" r:id="rId14"/>
    <p:sldId id="336" r:id="rId15"/>
    <p:sldId id="347" r:id="rId16"/>
    <p:sldId id="338" r:id="rId17"/>
    <p:sldId id="276" r:id="rId18"/>
    <p:sldId id="277" r:id="rId19"/>
    <p:sldId id="278" r:id="rId20"/>
    <p:sldId id="279" r:id="rId21"/>
    <p:sldId id="341" r:id="rId22"/>
    <p:sldId id="342" r:id="rId23"/>
    <p:sldId id="436" r:id="rId24"/>
    <p:sldId id="350" r:id="rId25"/>
    <p:sldId id="351" r:id="rId26"/>
    <p:sldId id="437" r:id="rId2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2FAB41-8FAA-4334-ACC3-0EB0AA6C6B55}" v="13" dt="2026-02-12T08:58:37.9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588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 Saadeh" userId="3cb906ed-5449-4556-905f-2231327ddc1a" providerId="ADAL" clId="{454ED7F6-9BA2-4548-88F5-A2FE5F82DAC2}"/>
    <pc:docChg chg="undo custSel addSld delSld modSld">
      <pc:chgData name="Maha Saadeh" userId="3cb906ed-5449-4556-905f-2231327ddc1a" providerId="ADAL" clId="{454ED7F6-9BA2-4548-88F5-A2FE5F82DAC2}" dt="2026-02-16T08:47:48.055" v="432" actId="47"/>
      <pc:docMkLst>
        <pc:docMk/>
      </pc:docMkLst>
      <pc:sldChg chg="add del">
        <pc:chgData name="Maha Saadeh" userId="3cb906ed-5449-4556-905f-2231327ddc1a" providerId="ADAL" clId="{454ED7F6-9BA2-4548-88F5-A2FE5F82DAC2}" dt="2026-02-16T08:45:39.565" v="430" actId="47"/>
        <pc:sldMkLst>
          <pc:docMk/>
          <pc:sldMk cId="0" sldId="268"/>
        </pc:sldMkLst>
      </pc:sldChg>
      <pc:sldChg chg="add">
        <pc:chgData name="Maha Saadeh" userId="3cb906ed-5449-4556-905f-2231327ddc1a" providerId="ADAL" clId="{454ED7F6-9BA2-4548-88F5-A2FE5F82DAC2}" dt="2026-02-12T07:57:46.551" v="62"/>
        <pc:sldMkLst>
          <pc:docMk/>
          <pc:sldMk cId="2459745744" sldId="276"/>
        </pc:sldMkLst>
      </pc:sldChg>
      <pc:sldChg chg="add">
        <pc:chgData name="Maha Saadeh" userId="3cb906ed-5449-4556-905f-2231327ddc1a" providerId="ADAL" clId="{454ED7F6-9BA2-4548-88F5-A2FE5F82DAC2}" dt="2026-02-12T07:57:46.551" v="62"/>
        <pc:sldMkLst>
          <pc:docMk/>
          <pc:sldMk cId="2072360395" sldId="277"/>
        </pc:sldMkLst>
      </pc:sldChg>
      <pc:sldChg chg="add">
        <pc:chgData name="Maha Saadeh" userId="3cb906ed-5449-4556-905f-2231327ddc1a" providerId="ADAL" clId="{454ED7F6-9BA2-4548-88F5-A2FE5F82DAC2}" dt="2026-02-12T07:57:46.551" v="62"/>
        <pc:sldMkLst>
          <pc:docMk/>
          <pc:sldMk cId="3227543518" sldId="278"/>
        </pc:sldMkLst>
      </pc:sldChg>
      <pc:sldChg chg="add">
        <pc:chgData name="Maha Saadeh" userId="3cb906ed-5449-4556-905f-2231327ddc1a" providerId="ADAL" clId="{454ED7F6-9BA2-4548-88F5-A2FE5F82DAC2}" dt="2026-02-12T07:57:46.551" v="62"/>
        <pc:sldMkLst>
          <pc:docMk/>
          <pc:sldMk cId="4090723558" sldId="279"/>
        </pc:sldMkLst>
      </pc:sldChg>
      <pc:sldChg chg="add">
        <pc:chgData name="Maha Saadeh" userId="3cb906ed-5449-4556-905f-2231327ddc1a" providerId="ADAL" clId="{454ED7F6-9BA2-4548-88F5-A2FE5F82DAC2}" dt="2026-02-12T08:37:38.249" v="280"/>
        <pc:sldMkLst>
          <pc:docMk/>
          <pc:sldMk cId="132508125" sldId="331"/>
        </pc:sldMkLst>
      </pc:sldChg>
      <pc:sldChg chg="addSp modSp add mod">
        <pc:chgData name="Maha Saadeh" userId="3cb906ed-5449-4556-905f-2231327ddc1a" providerId="ADAL" clId="{454ED7F6-9BA2-4548-88F5-A2FE5F82DAC2}" dt="2026-02-12T08:03:52.158" v="196" actId="113"/>
        <pc:sldMkLst>
          <pc:docMk/>
          <pc:sldMk cId="201686136" sldId="336"/>
        </pc:sldMkLst>
        <pc:spChg chg="mod">
          <ac:chgData name="Maha Saadeh" userId="3cb906ed-5449-4556-905f-2231327ddc1a" providerId="ADAL" clId="{454ED7F6-9BA2-4548-88F5-A2FE5F82DAC2}" dt="2026-02-12T08:03:52.158" v="196" actId="113"/>
          <ac:spMkLst>
            <pc:docMk/>
            <pc:sldMk cId="201686136" sldId="336"/>
            <ac:spMk id="3" creationId="{21F4731A-8434-4FF6-B756-ED9F1C90FA29}"/>
          </ac:spMkLst>
        </pc:spChg>
        <pc:spChg chg="add mod">
          <ac:chgData name="Maha Saadeh" userId="3cb906ed-5449-4556-905f-2231327ddc1a" providerId="ADAL" clId="{454ED7F6-9BA2-4548-88F5-A2FE5F82DAC2}" dt="2026-02-12T08:03:32.896" v="165" actId="1076"/>
          <ac:spMkLst>
            <pc:docMk/>
            <pc:sldMk cId="201686136" sldId="336"/>
            <ac:spMk id="5" creationId="{591D2383-4F60-B5DD-3D10-B1AFBA74566A}"/>
          </ac:spMkLst>
        </pc:spChg>
      </pc:sldChg>
      <pc:sldChg chg="add">
        <pc:chgData name="Maha Saadeh" userId="3cb906ed-5449-4556-905f-2231327ddc1a" providerId="ADAL" clId="{454ED7F6-9BA2-4548-88F5-A2FE5F82DAC2}" dt="2026-02-12T07:57:46.551" v="62"/>
        <pc:sldMkLst>
          <pc:docMk/>
          <pc:sldMk cId="3109060650" sldId="338"/>
        </pc:sldMkLst>
      </pc:sldChg>
      <pc:sldChg chg="add">
        <pc:chgData name="Maha Saadeh" userId="3cb906ed-5449-4556-905f-2231327ddc1a" providerId="ADAL" clId="{454ED7F6-9BA2-4548-88F5-A2FE5F82DAC2}" dt="2026-02-12T07:57:46.551" v="62"/>
        <pc:sldMkLst>
          <pc:docMk/>
          <pc:sldMk cId="2148394962" sldId="341"/>
        </pc:sldMkLst>
      </pc:sldChg>
      <pc:sldChg chg="add">
        <pc:chgData name="Maha Saadeh" userId="3cb906ed-5449-4556-905f-2231327ddc1a" providerId="ADAL" clId="{454ED7F6-9BA2-4548-88F5-A2FE5F82DAC2}" dt="2026-02-12T07:57:46.551" v="62"/>
        <pc:sldMkLst>
          <pc:docMk/>
          <pc:sldMk cId="3668133805" sldId="342"/>
        </pc:sldMkLst>
      </pc:sldChg>
      <pc:sldChg chg="modSp add mod">
        <pc:chgData name="Maha Saadeh" userId="3cb906ed-5449-4556-905f-2231327ddc1a" providerId="ADAL" clId="{454ED7F6-9BA2-4548-88F5-A2FE5F82DAC2}" dt="2026-02-12T08:40:00.278" v="384" actId="20577"/>
        <pc:sldMkLst>
          <pc:docMk/>
          <pc:sldMk cId="800582956" sldId="345"/>
        </pc:sldMkLst>
        <pc:spChg chg="mod">
          <ac:chgData name="Maha Saadeh" userId="3cb906ed-5449-4556-905f-2231327ddc1a" providerId="ADAL" clId="{454ED7F6-9BA2-4548-88F5-A2FE5F82DAC2}" dt="2026-02-12T08:40:00.278" v="384" actId="20577"/>
          <ac:spMkLst>
            <pc:docMk/>
            <pc:sldMk cId="800582956" sldId="345"/>
            <ac:spMk id="5" creationId="{00000000-0000-0000-0000-000000000000}"/>
          </ac:spMkLst>
        </pc:spChg>
      </pc:sldChg>
      <pc:sldChg chg="addSp delSp modSp add mod">
        <pc:chgData name="Maha Saadeh" userId="3cb906ed-5449-4556-905f-2231327ddc1a" providerId="ADAL" clId="{454ED7F6-9BA2-4548-88F5-A2FE5F82DAC2}" dt="2026-02-12T08:02:39.336" v="158" actId="1076"/>
        <pc:sldMkLst>
          <pc:docMk/>
          <pc:sldMk cId="1784688409" sldId="347"/>
        </pc:sldMkLst>
        <pc:spChg chg="mod">
          <ac:chgData name="Maha Saadeh" userId="3cb906ed-5449-4556-905f-2231327ddc1a" providerId="ADAL" clId="{454ED7F6-9BA2-4548-88F5-A2FE5F82DAC2}" dt="2026-02-12T08:00:30.059" v="121" actId="1076"/>
          <ac:spMkLst>
            <pc:docMk/>
            <pc:sldMk cId="1784688409" sldId="347"/>
            <ac:spMk id="3" creationId="{21F4731A-8434-4FF6-B756-ED9F1C90FA29}"/>
          </ac:spMkLst>
        </pc:spChg>
        <pc:spChg chg="mod">
          <ac:chgData name="Maha Saadeh" userId="3cb906ed-5449-4556-905f-2231327ddc1a" providerId="ADAL" clId="{454ED7F6-9BA2-4548-88F5-A2FE5F82DAC2}" dt="2026-02-12T07:59:16.333" v="97"/>
          <ac:spMkLst>
            <pc:docMk/>
            <pc:sldMk cId="1784688409" sldId="347"/>
            <ac:spMk id="7" creationId="{086D35C7-DA3C-33AF-557D-6029A2CDD783}"/>
          </ac:spMkLst>
        </pc:spChg>
        <pc:spChg chg="mod">
          <ac:chgData name="Maha Saadeh" userId="3cb906ed-5449-4556-905f-2231327ddc1a" providerId="ADAL" clId="{454ED7F6-9BA2-4548-88F5-A2FE5F82DAC2}" dt="2026-02-12T07:59:16.333" v="97"/>
          <ac:spMkLst>
            <pc:docMk/>
            <pc:sldMk cId="1784688409" sldId="347"/>
            <ac:spMk id="13" creationId="{90095A42-F264-8787-EE21-90C76D09C0CD}"/>
          </ac:spMkLst>
        </pc:spChg>
        <pc:spChg chg="add mod">
          <ac:chgData name="Maha Saadeh" userId="3cb906ed-5449-4556-905f-2231327ddc1a" providerId="ADAL" clId="{454ED7F6-9BA2-4548-88F5-A2FE5F82DAC2}" dt="2026-02-12T08:01:08.556" v="132" actId="1076"/>
          <ac:spMkLst>
            <pc:docMk/>
            <pc:sldMk cId="1784688409" sldId="347"/>
            <ac:spMk id="22" creationId="{FE3C21EE-2E9A-BD96-0406-BCBFCB701EA3}"/>
          </ac:spMkLst>
        </pc:spChg>
        <pc:spChg chg="add mod">
          <ac:chgData name="Maha Saadeh" userId="3cb906ed-5449-4556-905f-2231327ddc1a" providerId="ADAL" clId="{454ED7F6-9BA2-4548-88F5-A2FE5F82DAC2}" dt="2026-02-12T08:01:29.369" v="138" actId="1076"/>
          <ac:spMkLst>
            <pc:docMk/>
            <pc:sldMk cId="1784688409" sldId="347"/>
            <ac:spMk id="24" creationId="{F02571E4-4C34-F04A-CE44-F09925D58F3D}"/>
          </ac:spMkLst>
        </pc:spChg>
        <pc:spChg chg="add mod">
          <ac:chgData name="Maha Saadeh" userId="3cb906ed-5449-4556-905f-2231327ddc1a" providerId="ADAL" clId="{454ED7F6-9BA2-4548-88F5-A2FE5F82DAC2}" dt="2026-02-12T08:02:01.923" v="148" actId="1076"/>
          <ac:spMkLst>
            <pc:docMk/>
            <pc:sldMk cId="1784688409" sldId="347"/>
            <ac:spMk id="26" creationId="{3AB8B1EA-191B-CB58-553B-E3835E635CB0}"/>
          </ac:spMkLst>
        </pc:spChg>
        <pc:spChg chg="mod">
          <ac:chgData name="Maha Saadeh" userId="3cb906ed-5449-4556-905f-2231327ddc1a" providerId="ADAL" clId="{454ED7F6-9BA2-4548-88F5-A2FE5F82DAC2}" dt="2026-02-12T08:01:22.804" v="135"/>
          <ac:spMkLst>
            <pc:docMk/>
            <pc:sldMk cId="1784688409" sldId="347"/>
            <ac:spMk id="35" creationId="{8EC68199-A930-9F8F-FE02-8D8E2FE2B6F6}"/>
          </ac:spMkLst>
        </pc:spChg>
        <pc:spChg chg="mod">
          <ac:chgData name="Maha Saadeh" userId="3cb906ed-5449-4556-905f-2231327ddc1a" providerId="ADAL" clId="{454ED7F6-9BA2-4548-88F5-A2FE5F82DAC2}" dt="2026-02-12T08:01:22.804" v="135"/>
          <ac:spMkLst>
            <pc:docMk/>
            <pc:sldMk cId="1784688409" sldId="347"/>
            <ac:spMk id="36" creationId="{6ACF2C7E-2C5D-4CC2-8F30-073114D9EEF1}"/>
          </ac:spMkLst>
        </pc:spChg>
        <pc:spChg chg="add mod">
          <ac:chgData name="Maha Saadeh" userId="3cb906ed-5449-4556-905f-2231327ddc1a" providerId="ADAL" clId="{454ED7F6-9BA2-4548-88F5-A2FE5F82DAC2}" dt="2026-02-12T08:01:41.098" v="141" actId="1076"/>
          <ac:spMkLst>
            <pc:docMk/>
            <pc:sldMk cId="1784688409" sldId="347"/>
            <ac:spMk id="37" creationId="{486B4F8A-CF2D-687F-189E-6E2D3B41306F}"/>
          </ac:spMkLst>
        </pc:spChg>
        <pc:spChg chg="add mod">
          <ac:chgData name="Maha Saadeh" userId="3cb906ed-5449-4556-905f-2231327ddc1a" providerId="ADAL" clId="{454ED7F6-9BA2-4548-88F5-A2FE5F82DAC2}" dt="2026-02-12T08:01:58.543" v="147" actId="1076"/>
          <ac:spMkLst>
            <pc:docMk/>
            <pc:sldMk cId="1784688409" sldId="347"/>
            <ac:spMk id="38" creationId="{ED81DE27-DC06-017C-29CE-EB8B319C8B7A}"/>
          </ac:spMkLst>
        </pc:spChg>
        <pc:spChg chg="add mod">
          <ac:chgData name="Maha Saadeh" userId="3cb906ed-5449-4556-905f-2231327ddc1a" providerId="ADAL" clId="{454ED7F6-9BA2-4548-88F5-A2FE5F82DAC2}" dt="2026-02-12T08:02:12.524" v="150" actId="1076"/>
          <ac:spMkLst>
            <pc:docMk/>
            <pc:sldMk cId="1784688409" sldId="347"/>
            <ac:spMk id="39" creationId="{CAAAAAE3-E7C0-00CC-0EC4-3552B1A5065F}"/>
          </ac:spMkLst>
        </pc:spChg>
        <pc:spChg chg="add mod">
          <ac:chgData name="Maha Saadeh" userId="3cb906ed-5449-4556-905f-2231327ddc1a" providerId="ADAL" clId="{454ED7F6-9BA2-4548-88F5-A2FE5F82DAC2}" dt="2026-02-12T08:02:34.286" v="156" actId="14100"/>
          <ac:spMkLst>
            <pc:docMk/>
            <pc:sldMk cId="1784688409" sldId="347"/>
            <ac:spMk id="40" creationId="{EC9376B7-8995-5146-1145-7FB2F0F80FCD}"/>
          </ac:spMkLst>
        </pc:spChg>
        <pc:spChg chg="mod">
          <ac:chgData name="Maha Saadeh" userId="3cb906ed-5449-4556-905f-2231327ddc1a" providerId="ADAL" clId="{454ED7F6-9BA2-4548-88F5-A2FE5F82DAC2}" dt="2026-02-12T08:02:28.950" v="154"/>
          <ac:spMkLst>
            <pc:docMk/>
            <pc:sldMk cId="1784688409" sldId="347"/>
            <ac:spMk id="42" creationId="{C3A846E9-AA23-8A1E-8DF0-EAC35586544E}"/>
          </ac:spMkLst>
        </pc:spChg>
        <pc:spChg chg="mod">
          <ac:chgData name="Maha Saadeh" userId="3cb906ed-5449-4556-905f-2231327ddc1a" providerId="ADAL" clId="{454ED7F6-9BA2-4548-88F5-A2FE5F82DAC2}" dt="2026-02-12T08:02:28.950" v="154"/>
          <ac:spMkLst>
            <pc:docMk/>
            <pc:sldMk cId="1784688409" sldId="347"/>
            <ac:spMk id="43" creationId="{DF201A6F-1840-1ACB-EC19-A98065810A21}"/>
          </ac:spMkLst>
        </pc:spChg>
        <pc:spChg chg="mod">
          <ac:chgData name="Maha Saadeh" userId="3cb906ed-5449-4556-905f-2231327ddc1a" providerId="ADAL" clId="{454ED7F6-9BA2-4548-88F5-A2FE5F82DAC2}" dt="2026-02-12T08:02:28.950" v="154"/>
          <ac:spMkLst>
            <pc:docMk/>
            <pc:sldMk cId="1784688409" sldId="347"/>
            <ac:spMk id="44" creationId="{D8693B25-1073-8590-19DA-CED8DC4C377E}"/>
          </ac:spMkLst>
        </pc:spChg>
        <pc:grpChg chg="add mod">
          <ac:chgData name="Maha Saadeh" userId="3cb906ed-5449-4556-905f-2231327ddc1a" providerId="ADAL" clId="{454ED7F6-9BA2-4548-88F5-A2FE5F82DAC2}" dt="2026-02-12T08:01:05.256" v="131" actId="1076"/>
          <ac:grpSpMkLst>
            <pc:docMk/>
            <pc:sldMk cId="1784688409" sldId="347"/>
            <ac:grpSpMk id="5" creationId="{8DCD3D79-251C-74FB-CCCB-524AB66D1E2B}"/>
          </ac:grpSpMkLst>
        </pc:grpChg>
        <pc:grpChg chg="add mod">
          <ac:chgData name="Maha Saadeh" userId="3cb906ed-5449-4556-905f-2231327ddc1a" providerId="ADAL" clId="{454ED7F6-9BA2-4548-88F5-A2FE5F82DAC2}" dt="2026-02-12T08:01:26.605" v="137" actId="1076"/>
          <ac:grpSpMkLst>
            <pc:docMk/>
            <pc:sldMk cId="1784688409" sldId="347"/>
            <ac:grpSpMk id="34" creationId="{1EA3A075-1309-2452-15BC-26DDE1E18DCF}"/>
          </ac:grpSpMkLst>
        </pc:grpChg>
        <pc:grpChg chg="add mod">
          <ac:chgData name="Maha Saadeh" userId="3cb906ed-5449-4556-905f-2231327ddc1a" providerId="ADAL" clId="{454ED7F6-9BA2-4548-88F5-A2FE5F82DAC2}" dt="2026-02-12T08:02:39.336" v="158" actId="1076"/>
          <ac:grpSpMkLst>
            <pc:docMk/>
            <pc:sldMk cId="1784688409" sldId="347"/>
            <ac:grpSpMk id="41" creationId="{0DCCA631-1780-1B57-1BD1-D048CF53775C}"/>
          </ac:grpSpMkLst>
        </pc:grpChg>
        <pc:cxnChg chg="add mod">
          <ac:chgData name="Maha Saadeh" userId="3cb906ed-5449-4556-905f-2231327ddc1a" providerId="ADAL" clId="{454ED7F6-9BA2-4548-88F5-A2FE5F82DAC2}" dt="2026-02-12T08:00:42.035" v="124" actId="13822"/>
          <ac:cxnSpMkLst>
            <pc:docMk/>
            <pc:sldMk cId="1784688409" sldId="347"/>
            <ac:cxnSpMk id="28" creationId="{9B889F7C-8659-C394-9157-17611C59FEDD}"/>
          </ac:cxnSpMkLst>
        </pc:cxnChg>
        <pc:cxnChg chg="add mod">
          <ac:chgData name="Maha Saadeh" userId="3cb906ed-5449-4556-905f-2231327ddc1a" providerId="ADAL" clId="{454ED7F6-9BA2-4548-88F5-A2FE5F82DAC2}" dt="2026-02-12T08:00:59.941" v="128" actId="14100"/>
          <ac:cxnSpMkLst>
            <pc:docMk/>
            <pc:sldMk cId="1784688409" sldId="347"/>
            <ac:cxnSpMk id="30" creationId="{A1C37A1B-48CF-1E8B-3209-54D78B4A6473}"/>
          </ac:cxnSpMkLst>
        </pc:cxnChg>
      </pc:sldChg>
      <pc:sldChg chg="modSp add mod">
        <pc:chgData name="Maha Saadeh" userId="3cb906ed-5449-4556-905f-2231327ddc1a" providerId="ADAL" clId="{454ED7F6-9BA2-4548-88F5-A2FE5F82DAC2}" dt="2026-02-12T09:06:13.879" v="426" actId="20577"/>
        <pc:sldMkLst>
          <pc:docMk/>
          <pc:sldMk cId="741890330" sldId="348"/>
        </pc:sldMkLst>
        <pc:spChg chg="mod">
          <ac:chgData name="Maha Saadeh" userId="3cb906ed-5449-4556-905f-2231327ddc1a" providerId="ADAL" clId="{454ED7F6-9BA2-4548-88F5-A2FE5F82DAC2}" dt="2026-02-12T09:06:13.879" v="426" actId="20577"/>
          <ac:spMkLst>
            <pc:docMk/>
            <pc:sldMk cId="741890330" sldId="348"/>
            <ac:spMk id="10" creationId="{FF2038AF-3454-BA65-9BFB-197720AA5C7F}"/>
          </ac:spMkLst>
        </pc:spChg>
      </pc:sldChg>
      <pc:sldChg chg="add">
        <pc:chgData name="Maha Saadeh" userId="3cb906ed-5449-4556-905f-2231327ddc1a" providerId="ADAL" clId="{454ED7F6-9BA2-4548-88F5-A2FE5F82DAC2}" dt="2026-02-12T07:57:46.551" v="62"/>
        <pc:sldMkLst>
          <pc:docMk/>
          <pc:sldMk cId="3261125296" sldId="350"/>
        </pc:sldMkLst>
      </pc:sldChg>
      <pc:sldChg chg="add">
        <pc:chgData name="Maha Saadeh" userId="3cb906ed-5449-4556-905f-2231327ddc1a" providerId="ADAL" clId="{454ED7F6-9BA2-4548-88F5-A2FE5F82DAC2}" dt="2026-02-12T07:57:46.551" v="62"/>
        <pc:sldMkLst>
          <pc:docMk/>
          <pc:sldMk cId="3336677687" sldId="351"/>
        </pc:sldMkLst>
      </pc:sldChg>
      <pc:sldChg chg="add">
        <pc:chgData name="Maha Saadeh" userId="3cb906ed-5449-4556-905f-2231327ddc1a" providerId="ADAL" clId="{454ED7F6-9BA2-4548-88F5-A2FE5F82DAC2}" dt="2026-02-12T08:37:38.249" v="280"/>
        <pc:sldMkLst>
          <pc:docMk/>
          <pc:sldMk cId="2458481596" sldId="352"/>
        </pc:sldMkLst>
      </pc:sldChg>
      <pc:sldChg chg="add">
        <pc:chgData name="Maha Saadeh" userId="3cb906ed-5449-4556-905f-2231327ddc1a" providerId="ADAL" clId="{454ED7F6-9BA2-4548-88F5-A2FE5F82DAC2}" dt="2026-02-12T08:37:38.249" v="280"/>
        <pc:sldMkLst>
          <pc:docMk/>
          <pc:sldMk cId="132295121" sldId="353"/>
        </pc:sldMkLst>
      </pc:sldChg>
      <pc:sldChg chg="add">
        <pc:chgData name="Maha Saadeh" userId="3cb906ed-5449-4556-905f-2231327ddc1a" providerId="ADAL" clId="{454ED7F6-9BA2-4548-88F5-A2FE5F82DAC2}" dt="2026-02-12T08:37:38.249" v="280"/>
        <pc:sldMkLst>
          <pc:docMk/>
          <pc:sldMk cId="1714366458" sldId="354"/>
        </pc:sldMkLst>
      </pc:sldChg>
      <pc:sldChg chg="add">
        <pc:chgData name="Maha Saadeh" userId="3cb906ed-5449-4556-905f-2231327ddc1a" providerId="ADAL" clId="{454ED7F6-9BA2-4548-88F5-A2FE5F82DAC2}" dt="2026-02-12T08:37:38.249" v="280"/>
        <pc:sldMkLst>
          <pc:docMk/>
          <pc:sldMk cId="493302710" sldId="355"/>
        </pc:sldMkLst>
      </pc:sldChg>
      <pc:sldChg chg="add">
        <pc:chgData name="Maha Saadeh" userId="3cb906ed-5449-4556-905f-2231327ddc1a" providerId="ADAL" clId="{454ED7F6-9BA2-4548-88F5-A2FE5F82DAC2}" dt="2026-02-12T08:37:38.249" v="280"/>
        <pc:sldMkLst>
          <pc:docMk/>
          <pc:sldMk cId="2211006052" sldId="356"/>
        </pc:sldMkLst>
      </pc:sldChg>
      <pc:sldChg chg="delSp modSp add mod">
        <pc:chgData name="Maha Saadeh" userId="3cb906ed-5449-4556-905f-2231327ddc1a" providerId="ADAL" clId="{454ED7F6-9BA2-4548-88F5-A2FE5F82DAC2}" dt="2026-02-16T08:45:16.096" v="429"/>
        <pc:sldMkLst>
          <pc:docMk/>
          <pc:sldMk cId="1351171766" sldId="357"/>
        </pc:sldMkLst>
        <pc:spChg chg="del mod">
          <ac:chgData name="Maha Saadeh" userId="3cb906ed-5449-4556-905f-2231327ddc1a" providerId="ADAL" clId="{454ED7F6-9BA2-4548-88F5-A2FE5F82DAC2}" dt="2026-02-16T08:45:16.096" v="429"/>
          <ac:spMkLst>
            <pc:docMk/>
            <pc:sldMk cId="1351171766" sldId="357"/>
            <ac:spMk id="32" creationId="{77B540FB-F65F-4F88-9C4B-48311BE60DCD}"/>
          </ac:spMkLst>
        </pc:spChg>
      </pc:sldChg>
      <pc:sldChg chg="modSp add mod">
        <pc:chgData name="Maha Saadeh" userId="3cb906ed-5449-4556-905f-2231327ddc1a" providerId="ADAL" clId="{454ED7F6-9BA2-4548-88F5-A2FE5F82DAC2}" dt="2026-02-12T07:58:17.382" v="78" actId="20577"/>
        <pc:sldMkLst>
          <pc:docMk/>
          <pc:sldMk cId="3790640086" sldId="425"/>
        </pc:sldMkLst>
        <pc:spChg chg="mod">
          <ac:chgData name="Maha Saadeh" userId="3cb906ed-5449-4556-905f-2231327ddc1a" providerId="ADAL" clId="{454ED7F6-9BA2-4548-88F5-A2FE5F82DAC2}" dt="2026-02-12T07:58:17.382" v="78" actId="20577"/>
          <ac:spMkLst>
            <pc:docMk/>
            <pc:sldMk cId="3790640086" sldId="425"/>
            <ac:spMk id="2" creationId="{00000000-0000-0000-0000-000000000000}"/>
          </ac:spMkLst>
        </pc:spChg>
      </pc:sldChg>
      <pc:sldChg chg="add">
        <pc:chgData name="Maha Saadeh" userId="3cb906ed-5449-4556-905f-2231327ddc1a" providerId="ADAL" clId="{454ED7F6-9BA2-4548-88F5-A2FE5F82DAC2}" dt="2026-02-12T07:57:46.551" v="62"/>
        <pc:sldMkLst>
          <pc:docMk/>
          <pc:sldMk cId="1740014911" sldId="436"/>
        </pc:sldMkLst>
      </pc:sldChg>
      <pc:sldChg chg="modSp add mod">
        <pc:chgData name="Maha Saadeh" userId="3cb906ed-5449-4556-905f-2231327ddc1a" providerId="ADAL" clId="{454ED7F6-9BA2-4548-88F5-A2FE5F82DAC2}" dt="2026-02-12T08:41:14.211" v="398" actId="20577"/>
        <pc:sldMkLst>
          <pc:docMk/>
          <pc:sldMk cId="1342848511" sldId="437"/>
        </pc:sldMkLst>
        <pc:spChg chg="mod">
          <ac:chgData name="Maha Saadeh" userId="3cb906ed-5449-4556-905f-2231327ddc1a" providerId="ADAL" clId="{454ED7F6-9BA2-4548-88F5-A2FE5F82DAC2}" dt="2026-02-12T08:41:14.211" v="398" actId="20577"/>
          <ac:spMkLst>
            <pc:docMk/>
            <pc:sldMk cId="1342848511" sldId="437"/>
            <ac:spMk id="2" creationId="{00000000-0000-0000-0000-000000000000}"/>
          </ac:spMkLst>
        </pc:spChg>
        <pc:spChg chg="mod">
          <ac:chgData name="Maha Saadeh" userId="3cb906ed-5449-4556-905f-2231327ddc1a" providerId="ADAL" clId="{454ED7F6-9BA2-4548-88F5-A2FE5F82DAC2}" dt="2026-02-12T08:05:05.724" v="256" actId="20577"/>
          <ac:spMkLst>
            <pc:docMk/>
            <pc:sldMk cId="1342848511" sldId="437"/>
            <ac:spMk id="3" creationId="{00000000-0000-0000-0000-000000000000}"/>
          </ac:spMkLst>
        </pc:spChg>
      </pc:sldChg>
      <pc:sldChg chg="add">
        <pc:chgData name="Maha Saadeh" userId="3cb906ed-5449-4556-905f-2231327ddc1a" providerId="ADAL" clId="{454ED7F6-9BA2-4548-88F5-A2FE5F82DAC2}" dt="2026-02-12T08:37:38.249" v="280"/>
        <pc:sldMkLst>
          <pc:docMk/>
          <pc:sldMk cId="686422245" sldId="494"/>
        </pc:sldMkLst>
      </pc:sldChg>
      <pc:sldChg chg="add">
        <pc:chgData name="Maha Saadeh" userId="3cb906ed-5449-4556-905f-2231327ddc1a" providerId="ADAL" clId="{454ED7F6-9BA2-4548-88F5-A2FE5F82DAC2}" dt="2026-02-12T08:37:38.249" v="280"/>
        <pc:sldMkLst>
          <pc:docMk/>
          <pc:sldMk cId="3955457470" sldId="495"/>
        </pc:sldMkLst>
      </pc:sldChg>
      <pc:sldChg chg="modSp add mod">
        <pc:chgData name="Maha Saadeh" userId="3cb906ed-5449-4556-905f-2231327ddc1a" providerId="ADAL" clId="{454ED7F6-9BA2-4548-88F5-A2FE5F82DAC2}" dt="2026-02-12T08:40:53.681" v="394" actId="20577"/>
        <pc:sldMkLst>
          <pc:docMk/>
          <pc:sldMk cId="3246133160" sldId="496"/>
        </pc:sldMkLst>
        <pc:spChg chg="mod">
          <ac:chgData name="Maha Saadeh" userId="3cb906ed-5449-4556-905f-2231327ddc1a" providerId="ADAL" clId="{454ED7F6-9BA2-4548-88F5-A2FE5F82DAC2}" dt="2026-02-12T08:40:53.681" v="394" actId="20577"/>
          <ac:spMkLst>
            <pc:docMk/>
            <pc:sldMk cId="3246133160" sldId="496"/>
            <ac:spMk id="2" creationId="{EE987D9C-5C3D-09A8-BE60-3782EB5A5014}"/>
          </ac:spMkLst>
        </pc:spChg>
      </pc:sldChg>
      <pc:sldChg chg="modSp add del mod">
        <pc:chgData name="Maha Saadeh" userId="3cb906ed-5449-4556-905f-2231327ddc1a" providerId="ADAL" clId="{454ED7F6-9BA2-4548-88F5-A2FE5F82DAC2}" dt="2026-02-16T08:47:47.113" v="431" actId="47"/>
        <pc:sldMkLst>
          <pc:docMk/>
          <pc:sldMk cId="3999139291" sldId="497"/>
        </pc:sldMkLst>
        <pc:spChg chg="mod">
          <ac:chgData name="Maha Saadeh" userId="3cb906ed-5449-4556-905f-2231327ddc1a" providerId="ADAL" clId="{454ED7F6-9BA2-4548-88F5-A2FE5F82DAC2}" dt="2026-02-12T08:58:37.956" v="401" actId="27636"/>
          <ac:spMkLst>
            <pc:docMk/>
            <pc:sldMk cId="3999139291" sldId="497"/>
            <ac:spMk id="4" creationId="{94C1F9A7-9756-48AA-98AA-178F60917783}"/>
          </ac:spMkLst>
        </pc:spChg>
      </pc:sldChg>
      <pc:sldChg chg="delSp add del setBg delDesignElem">
        <pc:chgData name="Maha Saadeh" userId="3cb906ed-5449-4556-905f-2231327ddc1a" providerId="ADAL" clId="{454ED7F6-9BA2-4548-88F5-A2FE5F82DAC2}" dt="2026-02-16T08:47:48.055" v="432" actId="47"/>
        <pc:sldMkLst>
          <pc:docMk/>
          <pc:sldMk cId="3069827010" sldId="517"/>
        </pc:sldMkLst>
      </pc:sldChg>
      <pc:sldMasterChg chg="delSldLayout">
        <pc:chgData name="Maha Saadeh" userId="3cb906ed-5449-4556-905f-2231327ddc1a" providerId="ADAL" clId="{454ED7F6-9BA2-4548-88F5-A2FE5F82DAC2}" dt="2026-02-16T08:47:47.113" v="431" actId="47"/>
        <pc:sldMasterMkLst>
          <pc:docMk/>
          <pc:sldMasterMk cId="0" sldId="2147483648"/>
        </pc:sldMasterMkLst>
        <pc:sldLayoutChg chg="del">
          <pc:chgData name="Maha Saadeh" userId="3cb906ed-5449-4556-905f-2231327ddc1a" providerId="ADAL" clId="{454ED7F6-9BA2-4548-88F5-A2FE5F82DAC2}" dt="2026-02-16T08:47:47.113" v="431" actId="47"/>
          <pc:sldLayoutMkLst>
            <pc:docMk/>
            <pc:sldMasterMk cId="0" sldId="2147483648"/>
            <pc:sldLayoutMk cId="1374501276" sldId="2147483666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4T10:59:37.434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6996 1,'0'0,"-3"3,-164 170,-546 536,-336 218,233-211,20 20,-29 66,-49 48,292-281,45-43,-34 2,553-510,0 0,-6 10,22-25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4T10:59:55.282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4T10:59:37.434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6996 1,'0'0,"-3"3,-164 170,-546 536,-336 218,233-211,20 20,-29 66,-49 48,292-281,45-43,-34 2,553-510,0 0,-6 10,22-25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4T10:59:55.282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4T10:59:37.434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6996 1,'0'0,"-3"3,-164 170,-546 536,-336 218,233-211,20 20,-29 66,-49 48,292-281,45-43,-34 2,553-510,0 0,-6 10,22-25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4T10:59:55.282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4T10:59:37.434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6996 1,'0'0,"-3"3,-164 170,-546 536,-336 218,233-211,20 20,-29 66,-49 48,292-281,45-43,-34 2,553-510,0 0,-6 10,22-25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4T10:59:55.282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4T10:59:37.434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6996 1,'0'0,"-3"3,-164 170,-546 536,-336 218,233-211,20 20,-29 66,-49 48,292-281,45-43,-34 2,553-510,0 0,-6 10,22-25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4T10:59:55.282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 1,'0'0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4T10:59:37.434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6996 1,'0'0,"-3"3,-164 170,-546 536,-336 218,233-211,20 20,-29 66,-49 48,292-281,45-43,-34 2,553-510,0 0,-6 10,22-25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4T10:59:55.282"/>
    </inkml:context>
    <inkml:brush xml:id="br0">
      <inkml:brushProperty name="width" value="0.05" units="cm"/>
      <inkml:brushProperty name="height" value="0.05" units="cm"/>
      <inkml:brushProperty name="color" value="#FFC114"/>
      <inkml:brushProperty name="ignorePressure" value="1"/>
    </inkml:brush>
  </inkml:definitions>
  <inkml:trace contextRef="#ctx0" brushRef="#br0">1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28T06:01:20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2673,'-2'12'720,"0"-4"-960,4-4-264,-2 1 304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28T06:01:20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4009,'-5'0'936,"7"7"-1632,9 9 376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28T06:01:24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1432,'-2'5'744,"4"-3"-463,-4-2-1,2 0-672,0 0-129,0 0 297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28T06:01:25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3009,'-6'14'248,"4"-2"-1801,6 6 1393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7BAC4-41F0-4ADE-8482-0210655DA602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F6CE5-7E93-4212-8C77-8741B88A9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63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F6CE5-7E93-4212-8C77-8741B88A916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05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F6CE5-7E93-4212-8C77-8741B88A916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94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F6CE5-7E93-4212-8C77-8741B88A916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01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3468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50800">
            <a:solidFill>
              <a:srgbClr val="33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60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2256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8437" y="4862148"/>
            <a:ext cx="2677795" cy="196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0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0.png"/><Relationship Id="rId4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0.png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0.png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0.png"/><Relationship Id="rId4" Type="http://schemas.openxmlformats.org/officeDocument/2006/relationships/customXml" Target="../ink/ink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-flair.training/blogs/svm-kernel-functions/#:~:text=SVM%20Kernel%20Functions&amp;text=The%20function%20of%20kernel%20is,(RBF)%2C%20and%20sigmoid" TargetMode="External"/><Relationship Id="rId5" Type="http://schemas.openxmlformats.org/officeDocument/2006/relationships/image" Target="../media/image270.png"/><Relationship Id="rId4" Type="http://schemas.openxmlformats.org/officeDocument/2006/relationships/customXml" Target="../ink/ink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Relationship Id="rId9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customXml" Target="../ink/ink14.xml"/><Relationship Id="rId10" Type="http://schemas.openxmlformats.org/officeDocument/2006/relationships/image" Target="../media/image210.png"/><Relationship Id="rId4" Type="http://schemas.openxmlformats.org/officeDocument/2006/relationships/image" Target="../media/image180.png"/><Relationship Id="rId9" Type="http://schemas.openxmlformats.org/officeDocument/2006/relationships/customXml" Target="../ink/ink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9CB5F3-7E1B-3C01-5EDD-ACE15FD5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2038AF-3454-BA65-9BFB-197720AA5C7F}"/>
              </a:ext>
            </a:extLst>
          </p:cNvPr>
          <p:cNvSpPr txBox="1"/>
          <p:nvPr/>
        </p:nvSpPr>
        <p:spPr>
          <a:xfrm>
            <a:off x="1905000" y="2800350"/>
            <a:ext cx="5638800" cy="1200329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Week 5: Non-Linear Classification and Deep Learning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Part 1- </a:t>
            </a:r>
            <a:r>
              <a:rPr lang="en-US" sz="2400" b="1">
                <a:solidFill>
                  <a:schemeClr val="bg1"/>
                </a:solidFill>
              </a:rPr>
              <a:t>Non-linear Classification</a:t>
            </a:r>
            <a:endParaRPr lang="en-AE" sz="2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CFF84-8DC6-5772-8AC5-D21CBDD4573D}"/>
              </a:ext>
            </a:extLst>
          </p:cNvPr>
          <p:cNvSpPr txBox="1"/>
          <p:nvPr/>
        </p:nvSpPr>
        <p:spPr>
          <a:xfrm>
            <a:off x="1752600" y="4552950"/>
            <a:ext cx="5638800" cy="369332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Dr Maha Saadeh</a:t>
            </a:r>
          </a:p>
        </p:txBody>
      </p:sp>
    </p:spTree>
    <p:extLst>
      <p:ext uri="{BB962C8B-B14F-4D97-AF65-F5344CB8AC3E}">
        <p14:creationId xmlns:p14="http://schemas.microsoft.com/office/powerpoint/2010/main" val="74189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ACF1B-5EAE-F714-CC51-AA5C9282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E987D9C-5C3D-09A8-BE60-3782EB5A5014}"/>
              </a:ext>
            </a:extLst>
          </p:cNvPr>
          <p:cNvSpPr txBox="1"/>
          <p:nvPr/>
        </p:nvSpPr>
        <p:spPr>
          <a:xfrm>
            <a:off x="362904" y="1083360"/>
            <a:ext cx="7485696" cy="863057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10"/>
              </a:spcBef>
              <a:buFont typeface="Arial" panose="020B0604020202020204" pitchFamily="34" charset="0"/>
              <a:buChar char="•"/>
            </a:pPr>
            <a:r>
              <a:rPr lang="en-US" spc="-15" dirty="0">
                <a:solidFill>
                  <a:srgbClr val="00026A"/>
                </a:solidFill>
                <a:latin typeface="Calibri"/>
                <a:cs typeface="Calibri"/>
              </a:rPr>
              <a:t>Recall: Support vector classifier</a:t>
            </a:r>
          </a:p>
          <a:p>
            <a:pPr marL="298450" indent="-285750">
              <a:lnSpc>
                <a:spcPct val="100000"/>
              </a:lnSpc>
              <a:spcBef>
                <a:spcPts val="1210"/>
              </a:spcBef>
              <a:buFont typeface="Arial" panose="020B0604020202020204" pitchFamily="34" charset="0"/>
              <a:buChar char="•"/>
            </a:pPr>
            <a:r>
              <a:rPr lang="en-US" spc="-15" dirty="0">
                <a:solidFill>
                  <a:srgbClr val="00026A"/>
                </a:solidFill>
                <a:latin typeface="Calibri"/>
                <a:cs typeface="Calibri"/>
              </a:rPr>
              <a:t>Support vector machine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740D478-444C-D621-1670-E376088B36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558069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 this </a:t>
            </a:r>
            <a:r>
              <a:rPr spc="-5" dirty="0"/>
              <a:t>lesson</a:t>
            </a:r>
            <a:r>
              <a:rPr spc="-75" dirty="0"/>
              <a:t> </a:t>
            </a:r>
            <a:r>
              <a:rPr dirty="0"/>
              <a:t>…</a:t>
            </a:r>
            <a:r>
              <a:rPr lang="en-US" dirty="0"/>
              <a:t> Part-1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613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70821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210"/>
              </a:spcBef>
            </a:pPr>
            <a:r>
              <a:rPr lang="en-US" sz="4000" spc="-10" dirty="0">
                <a:cs typeface="Calibri"/>
              </a:rPr>
              <a:t>Support Vector</a:t>
            </a:r>
            <a:r>
              <a:rPr lang="en-US" sz="4000" spc="-30" dirty="0">
                <a:cs typeface="Calibri"/>
              </a:rPr>
              <a:t> </a:t>
            </a:r>
            <a:r>
              <a:rPr lang="en-US" sz="4000" spc="-5" dirty="0">
                <a:cs typeface="Calibri"/>
              </a:rPr>
              <a:t>classifier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DE4595-0306-4CA5-A13F-83261A40DA43}"/>
              </a:ext>
            </a:extLst>
          </p:cNvPr>
          <p:cNvSpPr txBox="1"/>
          <p:nvPr/>
        </p:nvSpPr>
        <p:spPr>
          <a:xfrm>
            <a:off x="641799" y="1204684"/>
            <a:ext cx="3402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When we use the soft margin to determine the position of the threshold, then this is a </a:t>
            </a:r>
            <a:r>
              <a:rPr lang="en-US" b="1" i="1" dirty="0">
                <a:solidFill>
                  <a:srgbClr val="FFC000"/>
                </a:solidFill>
              </a:rPr>
              <a:t>Support vector classifier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D85DF80-D80A-423F-9098-DAA1010B0B49}"/>
              </a:ext>
            </a:extLst>
          </p:cNvPr>
          <p:cNvSpPr txBox="1"/>
          <p:nvPr/>
        </p:nvSpPr>
        <p:spPr>
          <a:xfrm>
            <a:off x="5020434" y="2043604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166D947-5186-4B09-BC6A-4C21046DAB4E}"/>
              </a:ext>
            </a:extLst>
          </p:cNvPr>
          <p:cNvCxnSpPr/>
          <p:nvPr/>
        </p:nvCxnSpPr>
        <p:spPr>
          <a:xfrm>
            <a:off x="4976265" y="1915176"/>
            <a:ext cx="342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20B715E1-EEFF-4E4A-96C7-BB7C52EA1438}"/>
              </a:ext>
            </a:extLst>
          </p:cNvPr>
          <p:cNvSpPr/>
          <p:nvPr/>
        </p:nvSpPr>
        <p:spPr>
          <a:xfrm>
            <a:off x="5334844" y="1847790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EE16C28-AE89-464C-A1C5-D71BCD733925}"/>
              </a:ext>
            </a:extLst>
          </p:cNvPr>
          <p:cNvSpPr/>
          <p:nvPr/>
        </p:nvSpPr>
        <p:spPr>
          <a:xfrm>
            <a:off x="5433465" y="1838976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FBCFF52-6CA7-4143-AA41-25310C031074}"/>
              </a:ext>
            </a:extLst>
          </p:cNvPr>
          <p:cNvSpPr/>
          <p:nvPr/>
        </p:nvSpPr>
        <p:spPr>
          <a:xfrm>
            <a:off x="5515734" y="1838976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74F42E5B-AD75-4771-949A-05228D8BC76F}"/>
              </a:ext>
            </a:extLst>
          </p:cNvPr>
          <p:cNvSpPr/>
          <p:nvPr/>
        </p:nvSpPr>
        <p:spPr>
          <a:xfrm>
            <a:off x="5634417" y="1848913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1BC813B-ACE0-4082-A83F-F732927C1D91}"/>
              </a:ext>
            </a:extLst>
          </p:cNvPr>
          <p:cNvSpPr/>
          <p:nvPr/>
        </p:nvSpPr>
        <p:spPr>
          <a:xfrm>
            <a:off x="5755460" y="1837136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224BACC-007F-4551-8F58-8E92E0909231}"/>
              </a:ext>
            </a:extLst>
          </p:cNvPr>
          <p:cNvSpPr/>
          <p:nvPr/>
        </p:nvSpPr>
        <p:spPr>
          <a:xfrm>
            <a:off x="5873469" y="1838976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486426C-DF79-4643-97A7-0C1557FA9999}"/>
              </a:ext>
            </a:extLst>
          </p:cNvPr>
          <p:cNvSpPr/>
          <p:nvPr/>
        </p:nvSpPr>
        <p:spPr>
          <a:xfrm>
            <a:off x="5973103" y="1853110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01689C3-AC28-48C3-B559-6F865A0628F6}"/>
              </a:ext>
            </a:extLst>
          </p:cNvPr>
          <p:cNvSpPr/>
          <p:nvPr/>
        </p:nvSpPr>
        <p:spPr>
          <a:xfrm>
            <a:off x="7489688" y="182843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38E1952-857B-402C-B166-3F4C3970E7F5}"/>
              </a:ext>
            </a:extLst>
          </p:cNvPr>
          <p:cNvSpPr/>
          <p:nvPr/>
        </p:nvSpPr>
        <p:spPr>
          <a:xfrm>
            <a:off x="7589322" y="184984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A9BF16E-13F8-4DAE-8B32-F0B2555391C8}"/>
              </a:ext>
            </a:extLst>
          </p:cNvPr>
          <p:cNvSpPr/>
          <p:nvPr/>
        </p:nvSpPr>
        <p:spPr>
          <a:xfrm>
            <a:off x="7699913" y="1843645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E52CFE6F-351B-448A-BC18-BBACEDFA9060}"/>
              </a:ext>
            </a:extLst>
          </p:cNvPr>
          <p:cNvSpPr/>
          <p:nvPr/>
        </p:nvSpPr>
        <p:spPr>
          <a:xfrm>
            <a:off x="7270698" y="1830558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29EFD42-03D6-4E3E-BB10-45127285EE98}"/>
              </a:ext>
            </a:extLst>
          </p:cNvPr>
          <p:cNvSpPr/>
          <p:nvPr/>
        </p:nvSpPr>
        <p:spPr>
          <a:xfrm>
            <a:off x="7819777" y="1845520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B1B1C4C-F1CC-4B4A-A0D0-7E2ACA5448B4}"/>
              </a:ext>
            </a:extLst>
          </p:cNvPr>
          <p:cNvSpPr/>
          <p:nvPr/>
        </p:nvSpPr>
        <p:spPr>
          <a:xfrm>
            <a:off x="7939133" y="1853110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5F339C8-8A45-4427-BF3E-19B4F7115CC1}"/>
              </a:ext>
            </a:extLst>
          </p:cNvPr>
          <p:cNvSpPr/>
          <p:nvPr/>
        </p:nvSpPr>
        <p:spPr>
          <a:xfrm>
            <a:off x="8063041" y="1853110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F317144-CF94-468D-872F-CD7E3CAA8AAF}"/>
              </a:ext>
            </a:extLst>
          </p:cNvPr>
          <p:cNvCxnSpPr/>
          <p:nvPr/>
        </p:nvCxnSpPr>
        <p:spPr>
          <a:xfrm>
            <a:off x="6629400" y="1758939"/>
            <a:ext cx="0" cy="30099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8129A4B-34DD-40BE-AA08-841D188EDCF8}"/>
              </a:ext>
            </a:extLst>
          </p:cNvPr>
          <p:cNvCxnSpPr/>
          <p:nvPr/>
        </p:nvCxnSpPr>
        <p:spPr>
          <a:xfrm>
            <a:off x="5793560" y="1548310"/>
            <a:ext cx="0" cy="68580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0F22F70B-2C25-44ED-8D2D-1B743B4DC6C7}"/>
              </a:ext>
            </a:extLst>
          </p:cNvPr>
          <p:cNvCxnSpPr/>
          <p:nvPr/>
        </p:nvCxnSpPr>
        <p:spPr>
          <a:xfrm>
            <a:off x="7467600" y="1548310"/>
            <a:ext cx="0" cy="68580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2AE3BD8B-989B-48E5-88ED-A8BDBB01C847}"/>
              </a:ext>
            </a:extLst>
          </p:cNvPr>
          <p:cNvSpPr/>
          <p:nvPr/>
        </p:nvSpPr>
        <p:spPr>
          <a:xfrm>
            <a:off x="7039903" y="1834368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B3F2AB65-7D82-4555-8641-20B395CD853A}"/>
              </a:ext>
            </a:extLst>
          </p:cNvPr>
          <p:cNvCxnSpPr>
            <a:cxnSpLocks/>
          </p:cNvCxnSpPr>
          <p:nvPr/>
        </p:nvCxnSpPr>
        <p:spPr>
          <a:xfrm>
            <a:off x="5831660" y="1702569"/>
            <a:ext cx="7977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E93BBF13-C694-4669-8300-035A4BA0124A}"/>
              </a:ext>
            </a:extLst>
          </p:cNvPr>
          <p:cNvCxnSpPr>
            <a:cxnSpLocks/>
          </p:cNvCxnSpPr>
          <p:nvPr/>
        </p:nvCxnSpPr>
        <p:spPr>
          <a:xfrm flipV="1">
            <a:off x="6641033" y="1685608"/>
            <a:ext cx="806337" cy="169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2A4619A-4D82-4602-B3F5-965CBE62BF81}"/>
              </a:ext>
            </a:extLst>
          </p:cNvPr>
          <p:cNvSpPr txBox="1"/>
          <p:nvPr/>
        </p:nvSpPr>
        <p:spPr>
          <a:xfrm>
            <a:off x="4976265" y="2940242"/>
            <a:ext cx="38418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These observations on the edge are called </a:t>
            </a:r>
            <a:r>
              <a:rPr lang="en-US" b="1" i="1" dirty="0">
                <a:solidFill>
                  <a:srgbClr val="FFC000"/>
                </a:solidFill>
              </a:rPr>
              <a:t>Support vectors</a:t>
            </a:r>
            <a:r>
              <a:rPr lang="en-US" b="1" i="1" dirty="0">
                <a:solidFill>
                  <a:srgbClr val="0070C0"/>
                </a:solidFill>
              </a:rPr>
              <a:t> ( remember that each observation is a vector of features) since they are supporting the selection of the threshold.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49580F8-D355-4517-BBFF-73C1B6393618}"/>
              </a:ext>
            </a:extLst>
          </p:cNvPr>
          <p:cNvCxnSpPr>
            <a:endCxn id="85" idx="4"/>
          </p:cNvCxnSpPr>
          <p:nvPr/>
        </p:nvCxnSpPr>
        <p:spPr>
          <a:xfrm flipH="1" flipV="1">
            <a:off x="5793560" y="1893461"/>
            <a:ext cx="369874" cy="1046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2288372-638D-40A6-9949-FE5379DD6464}"/>
              </a:ext>
            </a:extLst>
          </p:cNvPr>
          <p:cNvCxnSpPr>
            <a:cxnSpLocks/>
            <a:endCxn id="88" idx="3"/>
          </p:cNvCxnSpPr>
          <p:nvPr/>
        </p:nvCxnSpPr>
        <p:spPr>
          <a:xfrm flipV="1">
            <a:off x="6190746" y="1876515"/>
            <a:ext cx="1310101" cy="1032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08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794289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Support Vector</a:t>
            </a:r>
            <a:endParaRPr spc="-5" dirty="0"/>
          </a:p>
        </p:txBody>
      </p:sp>
      <p:sp>
        <p:nvSpPr>
          <p:cNvPr id="3248" name="object 32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0924D4-308F-4810-A39B-54B36A029091}"/>
              </a:ext>
            </a:extLst>
          </p:cNvPr>
          <p:cNvSpPr txBox="1"/>
          <p:nvPr/>
        </p:nvSpPr>
        <p:spPr>
          <a:xfrm>
            <a:off x="43159" y="1178963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Support vector Classifier</a:t>
            </a:r>
          </a:p>
          <a:p>
            <a:r>
              <a:rPr lang="en-US" b="1" dirty="0"/>
              <a:t>Understanding the parameter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03FD5C-5749-4C8D-ACF4-6B8485690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096762"/>
            <a:ext cx="5943600" cy="15124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84328B-C4CC-4E74-90CA-589C398A28AC}"/>
              </a:ext>
            </a:extLst>
          </p:cNvPr>
          <p:cNvSpPr txBox="1"/>
          <p:nvPr/>
        </p:nvSpPr>
        <p:spPr>
          <a:xfrm>
            <a:off x="6629400" y="3409950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Observations inside the soft margin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C99542-E20B-44BF-B407-8173C7308C17}"/>
              </a:ext>
            </a:extLst>
          </p:cNvPr>
          <p:cNvSpPr txBox="1"/>
          <p:nvPr/>
        </p:nvSpPr>
        <p:spPr>
          <a:xfrm>
            <a:off x="6019800" y="4215816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Misclassified observations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F699D5-6019-4DB2-9A87-33DBA5AFBFA0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5715000" y="3638550"/>
            <a:ext cx="914400" cy="94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288CCA-F771-4EAF-ACE2-6732B7560D56}"/>
              </a:ext>
            </a:extLst>
          </p:cNvPr>
          <p:cNvCxnSpPr/>
          <p:nvPr/>
        </p:nvCxnSpPr>
        <p:spPr>
          <a:xfrm flipH="1" flipV="1">
            <a:off x="5105400" y="4400550"/>
            <a:ext cx="685800" cy="287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0937CD5-CA8E-457A-AFF1-2E00DF771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717" y="1201291"/>
            <a:ext cx="2187547" cy="21069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9BC642-CE84-4363-BCE1-9CF02B6A6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" y="1801403"/>
            <a:ext cx="5290841" cy="120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82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8041A9-61F6-4A86-B2F1-2519792D9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5CB857-E967-4184-BD32-CC168D88F39B}"/>
              </a:ext>
            </a:extLst>
          </p:cNvPr>
          <p:cNvSpPr txBox="1"/>
          <p:nvPr/>
        </p:nvSpPr>
        <p:spPr>
          <a:xfrm>
            <a:off x="1828800" y="1891538"/>
            <a:ext cx="5665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What to do if the problem is not linearly separable i.e. there is no hyperplane that can separate the different classes for the given observations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21341-1985-4EA7-BA60-60080ED9E37D}"/>
              </a:ext>
            </a:extLst>
          </p:cNvPr>
          <p:cNvSpPr txBox="1"/>
          <p:nvPr/>
        </p:nvSpPr>
        <p:spPr>
          <a:xfrm>
            <a:off x="4128960" y="2724150"/>
            <a:ext cx="13574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86422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051559"/>
            <a:ext cx="8411210" cy="774058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98450" marR="5080" indent="-285750">
              <a:lnSpc>
                <a:spcPct val="78800"/>
              </a:lnSpc>
              <a:spcBef>
                <a:spcPts val="795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Calibri"/>
                <a:cs typeface="Calibri"/>
              </a:rPr>
              <a:t>Assume that we have the following 1D data that represent the dosage for a particular medicine. The blue color shows the class of patients who were cured after taking the dosage and the red not cured. 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58577-539A-4FA4-BBF8-D9115DBC8914}"/>
              </a:ext>
            </a:extLst>
          </p:cNvPr>
          <p:cNvSpPr txBox="1"/>
          <p:nvPr/>
        </p:nvSpPr>
        <p:spPr>
          <a:xfrm>
            <a:off x="2590800" y="3466475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D5F418-BB0F-41FB-B0B3-E139F4CFD385}"/>
              </a:ext>
            </a:extLst>
          </p:cNvPr>
          <p:cNvCxnSpPr/>
          <p:nvPr/>
        </p:nvCxnSpPr>
        <p:spPr>
          <a:xfrm>
            <a:off x="2514600" y="3317884"/>
            <a:ext cx="342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F7063BF-B012-425E-8253-5DAEFAAA2B76}"/>
              </a:ext>
            </a:extLst>
          </p:cNvPr>
          <p:cNvSpPr/>
          <p:nvPr/>
        </p:nvSpPr>
        <p:spPr>
          <a:xfrm>
            <a:off x="3810000" y="3250498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DFD85A4-525C-4C23-A7B3-8F8F3977DEEC}"/>
              </a:ext>
            </a:extLst>
          </p:cNvPr>
          <p:cNvSpPr/>
          <p:nvPr/>
        </p:nvSpPr>
        <p:spPr>
          <a:xfrm>
            <a:off x="3908621" y="3241684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9EA493-E43C-41AF-B594-8C5D0EFA6EB1}"/>
              </a:ext>
            </a:extLst>
          </p:cNvPr>
          <p:cNvSpPr/>
          <p:nvPr/>
        </p:nvSpPr>
        <p:spPr>
          <a:xfrm>
            <a:off x="3990890" y="3241684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E48A2A9-065B-4FCA-BBAC-DB05F5EBBDDE}"/>
              </a:ext>
            </a:extLst>
          </p:cNvPr>
          <p:cNvSpPr/>
          <p:nvPr/>
        </p:nvSpPr>
        <p:spPr>
          <a:xfrm>
            <a:off x="4109573" y="3251621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3461791-AD1C-4EB8-A3D7-FB7994BA2D15}"/>
              </a:ext>
            </a:extLst>
          </p:cNvPr>
          <p:cNvSpPr/>
          <p:nvPr/>
        </p:nvSpPr>
        <p:spPr>
          <a:xfrm>
            <a:off x="4230616" y="3239844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48FE7C-1610-48A6-95BC-06AE5C5D175B}"/>
              </a:ext>
            </a:extLst>
          </p:cNvPr>
          <p:cNvSpPr/>
          <p:nvPr/>
        </p:nvSpPr>
        <p:spPr>
          <a:xfrm>
            <a:off x="4348625" y="3241684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8A6F3D2-F1B1-4BBC-88CA-F705751C502F}"/>
              </a:ext>
            </a:extLst>
          </p:cNvPr>
          <p:cNvSpPr/>
          <p:nvPr/>
        </p:nvSpPr>
        <p:spPr>
          <a:xfrm>
            <a:off x="4448259" y="3255818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6A1D34-A2F6-4C28-ABFD-6FDF43C106E0}"/>
              </a:ext>
            </a:extLst>
          </p:cNvPr>
          <p:cNvSpPr/>
          <p:nvPr/>
        </p:nvSpPr>
        <p:spPr>
          <a:xfrm>
            <a:off x="5028023" y="3231147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18428F8-A3E1-47EA-8843-14BF75B71880}"/>
              </a:ext>
            </a:extLst>
          </p:cNvPr>
          <p:cNvSpPr/>
          <p:nvPr/>
        </p:nvSpPr>
        <p:spPr>
          <a:xfrm>
            <a:off x="5127657" y="3252557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2C24FA2-66E9-4551-B128-1B7C3E469E5B}"/>
              </a:ext>
            </a:extLst>
          </p:cNvPr>
          <p:cNvSpPr/>
          <p:nvPr/>
        </p:nvSpPr>
        <p:spPr>
          <a:xfrm>
            <a:off x="5238248" y="3246353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CF56EFF-C0AC-4DF8-B6FA-A75861BC0682}"/>
              </a:ext>
            </a:extLst>
          </p:cNvPr>
          <p:cNvSpPr/>
          <p:nvPr/>
        </p:nvSpPr>
        <p:spPr>
          <a:xfrm>
            <a:off x="4809033" y="3233266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5DCABD2-DCD6-4A7B-AEF6-C54F0BA19FD8}"/>
              </a:ext>
            </a:extLst>
          </p:cNvPr>
          <p:cNvSpPr/>
          <p:nvPr/>
        </p:nvSpPr>
        <p:spPr>
          <a:xfrm>
            <a:off x="5358112" y="3248228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DB44BAB-FCD5-4A9F-9AB3-438EA3D0309A}"/>
              </a:ext>
            </a:extLst>
          </p:cNvPr>
          <p:cNvSpPr/>
          <p:nvPr/>
        </p:nvSpPr>
        <p:spPr>
          <a:xfrm>
            <a:off x="5477468" y="3255818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B6C0556-B53E-4BE8-9993-9DCFB197F8E9}"/>
              </a:ext>
            </a:extLst>
          </p:cNvPr>
          <p:cNvSpPr/>
          <p:nvPr/>
        </p:nvSpPr>
        <p:spPr>
          <a:xfrm>
            <a:off x="5601376" y="3255818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D3D7DA92-B681-463D-A4DF-655B0DC5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60452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06A362-E44E-4F59-AB95-DAC30496B94D}"/>
              </a:ext>
            </a:extLst>
          </p:cNvPr>
          <p:cNvSpPr/>
          <p:nvPr/>
        </p:nvSpPr>
        <p:spPr>
          <a:xfrm>
            <a:off x="2923082" y="3215173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1990047-0335-4A68-83B7-D274F64CA4DD}"/>
              </a:ext>
            </a:extLst>
          </p:cNvPr>
          <p:cNvSpPr/>
          <p:nvPr/>
        </p:nvSpPr>
        <p:spPr>
          <a:xfrm>
            <a:off x="3022716" y="3236583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301F5BE-CBEC-4114-A415-92615C69C70C}"/>
              </a:ext>
            </a:extLst>
          </p:cNvPr>
          <p:cNvSpPr/>
          <p:nvPr/>
        </p:nvSpPr>
        <p:spPr>
          <a:xfrm>
            <a:off x="3133307" y="323037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A40A616-BB60-489B-A0B0-15C905D10360}"/>
              </a:ext>
            </a:extLst>
          </p:cNvPr>
          <p:cNvSpPr/>
          <p:nvPr/>
        </p:nvSpPr>
        <p:spPr>
          <a:xfrm>
            <a:off x="2704092" y="3217292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97340F8-0A67-4F87-B903-60F6B46BBF54}"/>
              </a:ext>
            </a:extLst>
          </p:cNvPr>
          <p:cNvSpPr/>
          <p:nvPr/>
        </p:nvSpPr>
        <p:spPr>
          <a:xfrm>
            <a:off x="3253171" y="3232254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BDDD1BA-7A6D-491F-BC6A-6F8841784C6E}"/>
              </a:ext>
            </a:extLst>
          </p:cNvPr>
          <p:cNvSpPr/>
          <p:nvPr/>
        </p:nvSpPr>
        <p:spPr>
          <a:xfrm>
            <a:off x="3372527" y="3239844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36AE861-4F56-42CC-97EA-19346471EE06}"/>
              </a:ext>
            </a:extLst>
          </p:cNvPr>
          <p:cNvSpPr/>
          <p:nvPr/>
        </p:nvSpPr>
        <p:spPr>
          <a:xfrm>
            <a:off x="3496435" y="3239844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FCFAE-E171-44DA-8D21-818330AB4108}"/>
              </a:ext>
            </a:extLst>
          </p:cNvPr>
          <p:cNvSpPr txBox="1"/>
          <p:nvPr/>
        </p:nvSpPr>
        <p:spPr>
          <a:xfrm>
            <a:off x="3886200" y="3651141"/>
            <a:ext cx="4726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No threshold can separate these observations into two classes</a:t>
            </a:r>
          </a:p>
          <a:p>
            <a:r>
              <a:rPr lang="en-US" b="1" i="1" dirty="0">
                <a:solidFill>
                  <a:srgbClr val="0070C0"/>
                </a:solidFill>
              </a:rPr>
              <a:t>So, </a:t>
            </a:r>
            <a:r>
              <a:rPr lang="en-US" b="1" i="1" dirty="0">
                <a:solidFill>
                  <a:srgbClr val="FFC000"/>
                </a:solidFill>
              </a:rPr>
              <a:t>support vector classifiers </a:t>
            </a:r>
            <a:r>
              <a:rPr lang="en-US" b="1" i="1" dirty="0">
                <a:solidFill>
                  <a:srgbClr val="0070C0"/>
                </a:solidFill>
              </a:rPr>
              <a:t>do not work well with this type of data</a:t>
            </a:r>
          </a:p>
        </p:txBody>
      </p:sp>
    </p:spTree>
    <p:extLst>
      <p:ext uri="{BB962C8B-B14F-4D97-AF65-F5344CB8AC3E}">
        <p14:creationId xmlns:p14="http://schemas.microsoft.com/office/powerpoint/2010/main" val="3955457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051559"/>
            <a:ext cx="8411210" cy="36074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98450" marR="5080" indent="-285750">
              <a:lnSpc>
                <a:spcPct val="78800"/>
              </a:lnSpc>
              <a:spcBef>
                <a:spcPts val="795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Calibri"/>
                <a:cs typeface="Calibri"/>
              </a:rPr>
              <a:t>Solution: Try higher dimension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58577-539A-4FA4-BBF8-D9115DBC8914}"/>
              </a:ext>
            </a:extLst>
          </p:cNvPr>
          <p:cNvSpPr txBox="1"/>
          <p:nvPr/>
        </p:nvSpPr>
        <p:spPr>
          <a:xfrm>
            <a:off x="1776029" y="4717018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D5F418-BB0F-41FB-B0B3-E139F4CFD385}"/>
              </a:ext>
            </a:extLst>
          </p:cNvPr>
          <p:cNvCxnSpPr/>
          <p:nvPr/>
        </p:nvCxnSpPr>
        <p:spPr>
          <a:xfrm>
            <a:off x="1600200" y="4722759"/>
            <a:ext cx="342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F7063BF-B012-425E-8253-5DAEFAAA2B76}"/>
              </a:ext>
            </a:extLst>
          </p:cNvPr>
          <p:cNvSpPr/>
          <p:nvPr/>
        </p:nvSpPr>
        <p:spPr>
          <a:xfrm>
            <a:off x="3536219" y="3878205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DFD85A4-525C-4C23-A7B3-8F8F3977DEEC}"/>
              </a:ext>
            </a:extLst>
          </p:cNvPr>
          <p:cNvSpPr/>
          <p:nvPr/>
        </p:nvSpPr>
        <p:spPr>
          <a:xfrm>
            <a:off x="3730811" y="3716682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9EA493-E43C-41AF-B594-8C5D0EFA6EB1}"/>
              </a:ext>
            </a:extLst>
          </p:cNvPr>
          <p:cNvSpPr/>
          <p:nvPr/>
        </p:nvSpPr>
        <p:spPr>
          <a:xfrm>
            <a:off x="3882495" y="35841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E48A2A9-065B-4FCA-BBAC-DB05F5EBBDDE}"/>
              </a:ext>
            </a:extLst>
          </p:cNvPr>
          <p:cNvSpPr/>
          <p:nvPr/>
        </p:nvSpPr>
        <p:spPr>
          <a:xfrm>
            <a:off x="3983135" y="34317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3461791-AD1C-4EB8-A3D7-FB7994BA2D15}"/>
              </a:ext>
            </a:extLst>
          </p:cNvPr>
          <p:cNvSpPr/>
          <p:nvPr/>
        </p:nvSpPr>
        <p:spPr>
          <a:xfrm>
            <a:off x="4075523" y="32793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48FE7C-1610-48A6-95BC-06AE5C5D175B}"/>
              </a:ext>
            </a:extLst>
          </p:cNvPr>
          <p:cNvSpPr/>
          <p:nvPr/>
        </p:nvSpPr>
        <p:spPr>
          <a:xfrm>
            <a:off x="4245789" y="3030882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6A1D34-A2F6-4C28-ABFD-6FDF43C106E0}"/>
              </a:ext>
            </a:extLst>
          </p:cNvPr>
          <p:cNvSpPr/>
          <p:nvPr/>
        </p:nvSpPr>
        <p:spPr>
          <a:xfrm>
            <a:off x="4700971" y="2060157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18428F8-A3E1-47EA-8843-14BF75B71880}"/>
              </a:ext>
            </a:extLst>
          </p:cNvPr>
          <p:cNvSpPr/>
          <p:nvPr/>
        </p:nvSpPr>
        <p:spPr>
          <a:xfrm>
            <a:off x="4820182" y="1735482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CF56EFF-C0AC-4DF8-B6FA-A75861BC0682}"/>
              </a:ext>
            </a:extLst>
          </p:cNvPr>
          <p:cNvSpPr/>
          <p:nvPr/>
        </p:nvSpPr>
        <p:spPr>
          <a:xfrm>
            <a:off x="4624771" y="2345082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D3D7DA92-B681-463D-A4DF-655B0DC5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60452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06A362-E44E-4F59-AB95-DAC30496B94D}"/>
              </a:ext>
            </a:extLst>
          </p:cNvPr>
          <p:cNvSpPr/>
          <p:nvPr/>
        </p:nvSpPr>
        <p:spPr>
          <a:xfrm>
            <a:off x="2031267" y="4401565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1990047-0335-4A68-83B7-D274F64CA4DD}"/>
              </a:ext>
            </a:extLst>
          </p:cNvPr>
          <p:cNvSpPr/>
          <p:nvPr/>
        </p:nvSpPr>
        <p:spPr>
          <a:xfrm>
            <a:off x="2192564" y="4411950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301F5BE-CBEC-4114-A415-92615C69C70C}"/>
              </a:ext>
            </a:extLst>
          </p:cNvPr>
          <p:cNvSpPr/>
          <p:nvPr/>
        </p:nvSpPr>
        <p:spPr>
          <a:xfrm>
            <a:off x="2366641" y="437876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A40A616-BB60-489B-A0B0-15C905D10360}"/>
              </a:ext>
            </a:extLst>
          </p:cNvPr>
          <p:cNvSpPr/>
          <p:nvPr/>
        </p:nvSpPr>
        <p:spPr>
          <a:xfrm>
            <a:off x="1883427" y="441951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97340F8-0A67-4F87-B903-60F6B46BBF54}"/>
              </a:ext>
            </a:extLst>
          </p:cNvPr>
          <p:cNvSpPr/>
          <p:nvPr/>
        </p:nvSpPr>
        <p:spPr>
          <a:xfrm>
            <a:off x="2547731" y="4320018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BDDD1BA-7A6D-491F-BC6A-6F8841784C6E}"/>
              </a:ext>
            </a:extLst>
          </p:cNvPr>
          <p:cNvSpPr/>
          <p:nvPr/>
        </p:nvSpPr>
        <p:spPr>
          <a:xfrm>
            <a:off x="2743200" y="4246273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36AE861-4F56-42CC-97EA-19346471EE06}"/>
              </a:ext>
            </a:extLst>
          </p:cNvPr>
          <p:cNvSpPr/>
          <p:nvPr/>
        </p:nvSpPr>
        <p:spPr>
          <a:xfrm>
            <a:off x="2858160" y="4195756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0AFBB80-8132-4DBE-B1FA-4D868BCE53DF}"/>
              </a:ext>
            </a:extLst>
          </p:cNvPr>
          <p:cNvCxnSpPr>
            <a:cxnSpLocks/>
          </p:cNvCxnSpPr>
          <p:nvPr/>
        </p:nvCxnSpPr>
        <p:spPr>
          <a:xfrm>
            <a:off x="1600200" y="1657350"/>
            <a:ext cx="0" cy="3059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2AB4E09-8813-4240-86AE-92BC5F818B42}"/>
              </a:ext>
            </a:extLst>
          </p:cNvPr>
          <p:cNvSpPr txBox="1"/>
          <p:nvPr/>
        </p:nvSpPr>
        <p:spPr>
          <a:xfrm>
            <a:off x="409354" y="2194581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  <a:r>
              <a:rPr lang="en-US" baseline="30000" dirty="0"/>
              <a:t>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006E3BB-E9A6-4E33-B0FB-00940A0A6F3A}"/>
                  </a:ext>
                </a:extLst>
              </p14:cNvPr>
              <p14:cNvContentPartPr/>
              <p14:nvPr/>
            </p14:nvContentPartPr>
            <p14:xfrm>
              <a:off x="2538533" y="2252834"/>
              <a:ext cx="2518560" cy="2378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006E3BB-E9A6-4E33-B0FB-00940A0A6F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9893" y="2244194"/>
                <a:ext cx="2536200" cy="23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72C301E-14A1-42A1-A4BB-3963BCAF76D2}"/>
                  </a:ext>
                </a:extLst>
              </p14:cNvPr>
              <p14:cNvContentPartPr/>
              <p14:nvPr/>
            </p14:nvContentPartPr>
            <p14:xfrm>
              <a:off x="4771451" y="4539588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72C301E-14A1-42A1-A4BB-3963BCAF76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62811" y="453094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B9E8C567-E0EF-432F-8230-78A90006E99D}"/>
              </a:ext>
            </a:extLst>
          </p:cNvPr>
          <p:cNvSpPr txBox="1"/>
          <p:nvPr/>
        </p:nvSpPr>
        <p:spPr>
          <a:xfrm>
            <a:off x="5072995" y="3187184"/>
            <a:ext cx="3842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The x-axis is the original observations</a:t>
            </a:r>
          </a:p>
          <a:p>
            <a:r>
              <a:rPr lang="en-US" b="1" i="1" dirty="0">
                <a:solidFill>
                  <a:srgbClr val="0070C0"/>
                </a:solidFill>
              </a:rPr>
              <a:t>The y-axis is the squared values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66B1C7-7690-4132-8288-DA9B10FC097A}"/>
              </a:ext>
            </a:extLst>
          </p:cNvPr>
          <p:cNvSpPr txBox="1"/>
          <p:nvPr/>
        </p:nvSpPr>
        <p:spPr>
          <a:xfrm>
            <a:off x="5083526" y="3831895"/>
            <a:ext cx="38424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Now we have 2D data and a line (support vector classifier) which is successfully separating the classes</a:t>
            </a:r>
          </a:p>
        </p:txBody>
      </p:sp>
    </p:spTree>
    <p:extLst>
      <p:ext uri="{BB962C8B-B14F-4D97-AF65-F5344CB8AC3E}">
        <p14:creationId xmlns:p14="http://schemas.microsoft.com/office/powerpoint/2010/main" val="245848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051559"/>
            <a:ext cx="8411210" cy="36074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98450" marR="5080" indent="-285750">
              <a:lnSpc>
                <a:spcPct val="78800"/>
              </a:lnSpc>
              <a:spcBef>
                <a:spcPts val="795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Calibri"/>
                <a:cs typeface="Calibri"/>
              </a:rPr>
              <a:t>Solution: Try higher dimension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58577-539A-4FA4-BBF8-D9115DBC8914}"/>
              </a:ext>
            </a:extLst>
          </p:cNvPr>
          <p:cNvSpPr txBox="1"/>
          <p:nvPr/>
        </p:nvSpPr>
        <p:spPr>
          <a:xfrm>
            <a:off x="1776029" y="4717018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D5F418-BB0F-41FB-B0B3-E139F4CFD385}"/>
              </a:ext>
            </a:extLst>
          </p:cNvPr>
          <p:cNvCxnSpPr/>
          <p:nvPr/>
        </p:nvCxnSpPr>
        <p:spPr>
          <a:xfrm>
            <a:off x="1600200" y="4722759"/>
            <a:ext cx="342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F7063BF-B012-425E-8253-5DAEFAAA2B76}"/>
              </a:ext>
            </a:extLst>
          </p:cNvPr>
          <p:cNvSpPr/>
          <p:nvPr/>
        </p:nvSpPr>
        <p:spPr>
          <a:xfrm>
            <a:off x="3536219" y="3878205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DFD85A4-525C-4C23-A7B3-8F8F3977DEEC}"/>
              </a:ext>
            </a:extLst>
          </p:cNvPr>
          <p:cNvSpPr/>
          <p:nvPr/>
        </p:nvSpPr>
        <p:spPr>
          <a:xfrm>
            <a:off x="3730811" y="3716682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9EA493-E43C-41AF-B594-8C5D0EFA6EB1}"/>
              </a:ext>
            </a:extLst>
          </p:cNvPr>
          <p:cNvSpPr/>
          <p:nvPr/>
        </p:nvSpPr>
        <p:spPr>
          <a:xfrm>
            <a:off x="3882495" y="35841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E48A2A9-065B-4FCA-BBAC-DB05F5EBBDDE}"/>
              </a:ext>
            </a:extLst>
          </p:cNvPr>
          <p:cNvSpPr/>
          <p:nvPr/>
        </p:nvSpPr>
        <p:spPr>
          <a:xfrm>
            <a:off x="3983135" y="34317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3461791-AD1C-4EB8-A3D7-FB7994BA2D15}"/>
              </a:ext>
            </a:extLst>
          </p:cNvPr>
          <p:cNvSpPr/>
          <p:nvPr/>
        </p:nvSpPr>
        <p:spPr>
          <a:xfrm>
            <a:off x="4075523" y="32793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48FE7C-1610-48A6-95BC-06AE5C5D175B}"/>
              </a:ext>
            </a:extLst>
          </p:cNvPr>
          <p:cNvSpPr/>
          <p:nvPr/>
        </p:nvSpPr>
        <p:spPr>
          <a:xfrm>
            <a:off x="4245789" y="3030882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6A1D34-A2F6-4C28-ABFD-6FDF43C106E0}"/>
              </a:ext>
            </a:extLst>
          </p:cNvPr>
          <p:cNvSpPr/>
          <p:nvPr/>
        </p:nvSpPr>
        <p:spPr>
          <a:xfrm>
            <a:off x="4700971" y="2060157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18428F8-A3E1-47EA-8843-14BF75B71880}"/>
              </a:ext>
            </a:extLst>
          </p:cNvPr>
          <p:cNvSpPr/>
          <p:nvPr/>
        </p:nvSpPr>
        <p:spPr>
          <a:xfrm>
            <a:off x="4820182" y="1735482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CF56EFF-C0AC-4DF8-B6FA-A75861BC0682}"/>
              </a:ext>
            </a:extLst>
          </p:cNvPr>
          <p:cNvSpPr/>
          <p:nvPr/>
        </p:nvSpPr>
        <p:spPr>
          <a:xfrm>
            <a:off x="4624771" y="2345082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D3D7DA92-B681-463D-A4DF-655B0DC5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60452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06A362-E44E-4F59-AB95-DAC30496B94D}"/>
              </a:ext>
            </a:extLst>
          </p:cNvPr>
          <p:cNvSpPr/>
          <p:nvPr/>
        </p:nvSpPr>
        <p:spPr>
          <a:xfrm>
            <a:off x="2031267" y="4401565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1990047-0335-4A68-83B7-D274F64CA4DD}"/>
              </a:ext>
            </a:extLst>
          </p:cNvPr>
          <p:cNvSpPr/>
          <p:nvPr/>
        </p:nvSpPr>
        <p:spPr>
          <a:xfrm>
            <a:off x="2192564" y="4411950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301F5BE-CBEC-4114-A415-92615C69C70C}"/>
              </a:ext>
            </a:extLst>
          </p:cNvPr>
          <p:cNvSpPr/>
          <p:nvPr/>
        </p:nvSpPr>
        <p:spPr>
          <a:xfrm>
            <a:off x="2366641" y="437876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A40A616-BB60-489B-A0B0-15C905D10360}"/>
              </a:ext>
            </a:extLst>
          </p:cNvPr>
          <p:cNvSpPr/>
          <p:nvPr/>
        </p:nvSpPr>
        <p:spPr>
          <a:xfrm>
            <a:off x="1883427" y="441951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97340F8-0A67-4F87-B903-60F6B46BBF54}"/>
              </a:ext>
            </a:extLst>
          </p:cNvPr>
          <p:cNvSpPr/>
          <p:nvPr/>
        </p:nvSpPr>
        <p:spPr>
          <a:xfrm>
            <a:off x="2547731" y="4320018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BDDD1BA-7A6D-491F-BC6A-6F8841784C6E}"/>
              </a:ext>
            </a:extLst>
          </p:cNvPr>
          <p:cNvSpPr/>
          <p:nvPr/>
        </p:nvSpPr>
        <p:spPr>
          <a:xfrm>
            <a:off x="2743200" y="4246273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36AE861-4F56-42CC-97EA-19346471EE06}"/>
              </a:ext>
            </a:extLst>
          </p:cNvPr>
          <p:cNvSpPr/>
          <p:nvPr/>
        </p:nvSpPr>
        <p:spPr>
          <a:xfrm>
            <a:off x="2858160" y="4195756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0AFBB80-8132-4DBE-B1FA-4D868BCE53DF}"/>
              </a:ext>
            </a:extLst>
          </p:cNvPr>
          <p:cNvCxnSpPr>
            <a:cxnSpLocks/>
          </p:cNvCxnSpPr>
          <p:nvPr/>
        </p:nvCxnSpPr>
        <p:spPr>
          <a:xfrm>
            <a:off x="1600200" y="1657350"/>
            <a:ext cx="0" cy="3059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2AB4E09-8813-4240-86AE-92BC5F818B42}"/>
              </a:ext>
            </a:extLst>
          </p:cNvPr>
          <p:cNvSpPr txBox="1"/>
          <p:nvPr/>
        </p:nvSpPr>
        <p:spPr>
          <a:xfrm>
            <a:off x="409354" y="2194581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  <a:r>
              <a:rPr lang="en-US" baseline="30000" dirty="0"/>
              <a:t>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006E3BB-E9A6-4E33-B0FB-00940A0A6F3A}"/>
                  </a:ext>
                </a:extLst>
              </p14:cNvPr>
              <p14:cNvContentPartPr/>
              <p14:nvPr/>
            </p14:nvContentPartPr>
            <p14:xfrm>
              <a:off x="2538533" y="2252834"/>
              <a:ext cx="2518560" cy="2378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006E3BB-E9A6-4E33-B0FB-00940A0A6F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9893" y="2244194"/>
                <a:ext cx="2536200" cy="23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72C301E-14A1-42A1-A4BB-3963BCAF76D2}"/>
                  </a:ext>
                </a:extLst>
              </p14:cNvPr>
              <p14:cNvContentPartPr/>
              <p14:nvPr/>
            </p14:nvContentPartPr>
            <p14:xfrm>
              <a:off x="4771451" y="4539588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72C301E-14A1-42A1-A4BB-3963BCAF76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62811" y="453094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5666B1C7-7690-4132-8288-DA9B10FC097A}"/>
              </a:ext>
            </a:extLst>
          </p:cNvPr>
          <p:cNvSpPr txBox="1"/>
          <p:nvPr/>
        </p:nvSpPr>
        <p:spPr>
          <a:xfrm>
            <a:off x="5145578" y="2849677"/>
            <a:ext cx="38424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For any </a:t>
            </a:r>
            <a:r>
              <a:rPr lang="en-US" b="1" i="1" dirty="0">
                <a:solidFill>
                  <a:srgbClr val="92D050"/>
                </a:solidFill>
              </a:rPr>
              <a:t>new observation</a:t>
            </a:r>
            <a:r>
              <a:rPr lang="en-US" b="1" i="1" dirty="0">
                <a:solidFill>
                  <a:srgbClr val="0070C0"/>
                </a:solidFill>
              </a:rPr>
              <a:t>, we take the square value and based on the support vector classifier, we can classify the observation. In this case, it is Blue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6D94504-0752-4983-9C52-CB629EAA9067}"/>
              </a:ext>
            </a:extLst>
          </p:cNvPr>
          <p:cNvSpPr/>
          <p:nvPr/>
        </p:nvSpPr>
        <p:spPr>
          <a:xfrm>
            <a:off x="3238500" y="4646023"/>
            <a:ext cx="76200" cy="56325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CF203FF-EBBE-478F-B451-B271423A0C73}"/>
              </a:ext>
            </a:extLst>
          </p:cNvPr>
          <p:cNvSpPr/>
          <p:nvPr/>
        </p:nvSpPr>
        <p:spPr>
          <a:xfrm>
            <a:off x="3228385" y="4035616"/>
            <a:ext cx="76200" cy="56325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7D2DBA-D1E3-44CB-ACFF-67CB9FC749CD}"/>
              </a:ext>
            </a:extLst>
          </p:cNvPr>
          <p:cNvCxnSpPr>
            <a:stCxn id="30" idx="0"/>
          </p:cNvCxnSpPr>
          <p:nvPr/>
        </p:nvCxnSpPr>
        <p:spPr>
          <a:xfrm flipH="1" flipV="1">
            <a:off x="3266485" y="4091941"/>
            <a:ext cx="10115" cy="554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366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558577-539A-4FA4-BBF8-D9115DBC8914}"/>
              </a:ext>
            </a:extLst>
          </p:cNvPr>
          <p:cNvSpPr txBox="1"/>
          <p:nvPr/>
        </p:nvSpPr>
        <p:spPr>
          <a:xfrm>
            <a:off x="1776029" y="4717018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D5F418-BB0F-41FB-B0B3-E139F4CFD385}"/>
              </a:ext>
            </a:extLst>
          </p:cNvPr>
          <p:cNvCxnSpPr/>
          <p:nvPr/>
        </p:nvCxnSpPr>
        <p:spPr>
          <a:xfrm>
            <a:off x="1600200" y="4722759"/>
            <a:ext cx="342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F7063BF-B012-425E-8253-5DAEFAAA2B76}"/>
              </a:ext>
            </a:extLst>
          </p:cNvPr>
          <p:cNvSpPr/>
          <p:nvPr/>
        </p:nvSpPr>
        <p:spPr>
          <a:xfrm>
            <a:off x="3536219" y="3878205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DFD85A4-525C-4C23-A7B3-8F8F3977DEEC}"/>
              </a:ext>
            </a:extLst>
          </p:cNvPr>
          <p:cNvSpPr/>
          <p:nvPr/>
        </p:nvSpPr>
        <p:spPr>
          <a:xfrm>
            <a:off x="3730811" y="3716682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9EA493-E43C-41AF-B594-8C5D0EFA6EB1}"/>
              </a:ext>
            </a:extLst>
          </p:cNvPr>
          <p:cNvSpPr/>
          <p:nvPr/>
        </p:nvSpPr>
        <p:spPr>
          <a:xfrm>
            <a:off x="3882495" y="35841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E48A2A9-065B-4FCA-BBAC-DB05F5EBBDDE}"/>
              </a:ext>
            </a:extLst>
          </p:cNvPr>
          <p:cNvSpPr/>
          <p:nvPr/>
        </p:nvSpPr>
        <p:spPr>
          <a:xfrm>
            <a:off x="3983135" y="34317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3461791-AD1C-4EB8-A3D7-FB7994BA2D15}"/>
              </a:ext>
            </a:extLst>
          </p:cNvPr>
          <p:cNvSpPr/>
          <p:nvPr/>
        </p:nvSpPr>
        <p:spPr>
          <a:xfrm>
            <a:off x="4075523" y="32793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48FE7C-1610-48A6-95BC-06AE5C5D175B}"/>
              </a:ext>
            </a:extLst>
          </p:cNvPr>
          <p:cNvSpPr/>
          <p:nvPr/>
        </p:nvSpPr>
        <p:spPr>
          <a:xfrm>
            <a:off x="4245789" y="3030882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6A1D34-A2F6-4C28-ABFD-6FDF43C106E0}"/>
              </a:ext>
            </a:extLst>
          </p:cNvPr>
          <p:cNvSpPr/>
          <p:nvPr/>
        </p:nvSpPr>
        <p:spPr>
          <a:xfrm>
            <a:off x="4700971" y="2060157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18428F8-A3E1-47EA-8843-14BF75B71880}"/>
              </a:ext>
            </a:extLst>
          </p:cNvPr>
          <p:cNvSpPr/>
          <p:nvPr/>
        </p:nvSpPr>
        <p:spPr>
          <a:xfrm>
            <a:off x="4820182" y="1735482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CF56EFF-C0AC-4DF8-B6FA-A75861BC0682}"/>
              </a:ext>
            </a:extLst>
          </p:cNvPr>
          <p:cNvSpPr/>
          <p:nvPr/>
        </p:nvSpPr>
        <p:spPr>
          <a:xfrm>
            <a:off x="4624771" y="2345082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D3D7DA92-B681-463D-A4DF-655B0DC5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60452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06A362-E44E-4F59-AB95-DAC30496B94D}"/>
              </a:ext>
            </a:extLst>
          </p:cNvPr>
          <p:cNvSpPr/>
          <p:nvPr/>
        </p:nvSpPr>
        <p:spPr>
          <a:xfrm>
            <a:off x="2031267" y="4401565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1990047-0335-4A68-83B7-D274F64CA4DD}"/>
              </a:ext>
            </a:extLst>
          </p:cNvPr>
          <p:cNvSpPr/>
          <p:nvPr/>
        </p:nvSpPr>
        <p:spPr>
          <a:xfrm>
            <a:off x="2192564" y="4411950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301F5BE-CBEC-4114-A415-92615C69C70C}"/>
              </a:ext>
            </a:extLst>
          </p:cNvPr>
          <p:cNvSpPr/>
          <p:nvPr/>
        </p:nvSpPr>
        <p:spPr>
          <a:xfrm>
            <a:off x="2366641" y="437876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A40A616-BB60-489B-A0B0-15C905D10360}"/>
              </a:ext>
            </a:extLst>
          </p:cNvPr>
          <p:cNvSpPr/>
          <p:nvPr/>
        </p:nvSpPr>
        <p:spPr>
          <a:xfrm>
            <a:off x="1883427" y="441951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97340F8-0A67-4F87-B903-60F6B46BBF54}"/>
              </a:ext>
            </a:extLst>
          </p:cNvPr>
          <p:cNvSpPr/>
          <p:nvPr/>
        </p:nvSpPr>
        <p:spPr>
          <a:xfrm>
            <a:off x="2547731" y="4320018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BDDD1BA-7A6D-491F-BC6A-6F8841784C6E}"/>
              </a:ext>
            </a:extLst>
          </p:cNvPr>
          <p:cNvSpPr/>
          <p:nvPr/>
        </p:nvSpPr>
        <p:spPr>
          <a:xfrm>
            <a:off x="2743200" y="4246273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36AE861-4F56-42CC-97EA-19346471EE06}"/>
              </a:ext>
            </a:extLst>
          </p:cNvPr>
          <p:cNvSpPr/>
          <p:nvPr/>
        </p:nvSpPr>
        <p:spPr>
          <a:xfrm>
            <a:off x="2858160" y="4195756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0AFBB80-8132-4DBE-B1FA-4D868BCE53DF}"/>
              </a:ext>
            </a:extLst>
          </p:cNvPr>
          <p:cNvCxnSpPr>
            <a:cxnSpLocks/>
          </p:cNvCxnSpPr>
          <p:nvPr/>
        </p:nvCxnSpPr>
        <p:spPr>
          <a:xfrm>
            <a:off x="1600200" y="1657350"/>
            <a:ext cx="0" cy="3059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2AB4E09-8813-4240-86AE-92BC5F818B42}"/>
              </a:ext>
            </a:extLst>
          </p:cNvPr>
          <p:cNvSpPr txBox="1"/>
          <p:nvPr/>
        </p:nvSpPr>
        <p:spPr>
          <a:xfrm>
            <a:off x="409354" y="2194581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  <a:r>
              <a:rPr lang="en-US" baseline="30000" dirty="0"/>
              <a:t>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006E3BB-E9A6-4E33-B0FB-00940A0A6F3A}"/>
                  </a:ext>
                </a:extLst>
              </p14:cNvPr>
              <p14:cNvContentPartPr/>
              <p14:nvPr/>
            </p14:nvContentPartPr>
            <p14:xfrm>
              <a:off x="2538533" y="2252834"/>
              <a:ext cx="2518560" cy="2378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006E3BB-E9A6-4E33-B0FB-00940A0A6F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9893" y="2244194"/>
                <a:ext cx="2536200" cy="23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72C301E-14A1-42A1-A4BB-3963BCAF76D2}"/>
                  </a:ext>
                </a:extLst>
              </p14:cNvPr>
              <p14:cNvContentPartPr/>
              <p14:nvPr/>
            </p14:nvContentPartPr>
            <p14:xfrm>
              <a:off x="4771451" y="4539588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72C301E-14A1-42A1-A4BB-3963BCAF76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62811" y="453094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B9E8C567-E0EF-432F-8230-78A90006E99D}"/>
              </a:ext>
            </a:extLst>
          </p:cNvPr>
          <p:cNvSpPr txBox="1"/>
          <p:nvPr/>
        </p:nvSpPr>
        <p:spPr>
          <a:xfrm>
            <a:off x="5306317" y="1237171"/>
            <a:ext cx="38424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The main idea of SVM: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i="1" dirty="0">
                <a:solidFill>
                  <a:srgbClr val="0070C0"/>
                </a:solidFill>
              </a:rPr>
              <a:t>Start with low dimension (data dimension)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i="1" dirty="0">
                <a:solidFill>
                  <a:srgbClr val="0070C0"/>
                </a:solidFill>
              </a:rPr>
              <a:t>Try to find a support vector classifier, otherwise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i="1" dirty="0">
                <a:solidFill>
                  <a:srgbClr val="0070C0"/>
                </a:solidFill>
              </a:rPr>
              <a:t>Move the data to a higher dimension (  not Explicitly)</a:t>
            </a:r>
          </a:p>
        </p:txBody>
      </p:sp>
    </p:spTree>
    <p:extLst>
      <p:ext uri="{BB962C8B-B14F-4D97-AF65-F5344CB8AC3E}">
        <p14:creationId xmlns:p14="http://schemas.microsoft.com/office/powerpoint/2010/main" val="493302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558577-539A-4FA4-BBF8-D9115DBC8914}"/>
              </a:ext>
            </a:extLst>
          </p:cNvPr>
          <p:cNvSpPr txBox="1"/>
          <p:nvPr/>
        </p:nvSpPr>
        <p:spPr>
          <a:xfrm>
            <a:off x="1776029" y="4717018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D5F418-BB0F-41FB-B0B3-E139F4CFD385}"/>
              </a:ext>
            </a:extLst>
          </p:cNvPr>
          <p:cNvCxnSpPr/>
          <p:nvPr/>
        </p:nvCxnSpPr>
        <p:spPr>
          <a:xfrm>
            <a:off x="1600200" y="4722759"/>
            <a:ext cx="342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F7063BF-B012-425E-8253-5DAEFAAA2B76}"/>
              </a:ext>
            </a:extLst>
          </p:cNvPr>
          <p:cNvSpPr/>
          <p:nvPr/>
        </p:nvSpPr>
        <p:spPr>
          <a:xfrm>
            <a:off x="3536219" y="3878205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DFD85A4-525C-4C23-A7B3-8F8F3977DEEC}"/>
              </a:ext>
            </a:extLst>
          </p:cNvPr>
          <p:cNvSpPr/>
          <p:nvPr/>
        </p:nvSpPr>
        <p:spPr>
          <a:xfrm>
            <a:off x="3730811" y="3716682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9EA493-E43C-41AF-B594-8C5D0EFA6EB1}"/>
              </a:ext>
            </a:extLst>
          </p:cNvPr>
          <p:cNvSpPr/>
          <p:nvPr/>
        </p:nvSpPr>
        <p:spPr>
          <a:xfrm>
            <a:off x="3882495" y="35841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E48A2A9-065B-4FCA-BBAC-DB05F5EBBDDE}"/>
              </a:ext>
            </a:extLst>
          </p:cNvPr>
          <p:cNvSpPr/>
          <p:nvPr/>
        </p:nvSpPr>
        <p:spPr>
          <a:xfrm>
            <a:off x="3983135" y="34317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3461791-AD1C-4EB8-A3D7-FB7994BA2D15}"/>
              </a:ext>
            </a:extLst>
          </p:cNvPr>
          <p:cNvSpPr/>
          <p:nvPr/>
        </p:nvSpPr>
        <p:spPr>
          <a:xfrm>
            <a:off x="4075523" y="32793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48FE7C-1610-48A6-95BC-06AE5C5D175B}"/>
              </a:ext>
            </a:extLst>
          </p:cNvPr>
          <p:cNvSpPr/>
          <p:nvPr/>
        </p:nvSpPr>
        <p:spPr>
          <a:xfrm>
            <a:off x="4245789" y="3030882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6A1D34-A2F6-4C28-ABFD-6FDF43C106E0}"/>
              </a:ext>
            </a:extLst>
          </p:cNvPr>
          <p:cNvSpPr/>
          <p:nvPr/>
        </p:nvSpPr>
        <p:spPr>
          <a:xfrm>
            <a:off x="4700971" y="2060157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18428F8-A3E1-47EA-8843-14BF75B71880}"/>
              </a:ext>
            </a:extLst>
          </p:cNvPr>
          <p:cNvSpPr/>
          <p:nvPr/>
        </p:nvSpPr>
        <p:spPr>
          <a:xfrm>
            <a:off x="4820182" y="1735482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CF56EFF-C0AC-4DF8-B6FA-A75861BC0682}"/>
              </a:ext>
            </a:extLst>
          </p:cNvPr>
          <p:cNvSpPr/>
          <p:nvPr/>
        </p:nvSpPr>
        <p:spPr>
          <a:xfrm>
            <a:off x="4624771" y="2345082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D3D7DA92-B681-463D-A4DF-655B0DC5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60452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06A362-E44E-4F59-AB95-DAC30496B94D}"/>
              </a:ext>
            </a:extLst>
          </p:cNvPr>
          <p:cNvSpPr/>
          <p:nvPr/>
        </p:nvSpPr>
        <p:spPr>
          <a:xfrm>
            <a:off x="2031267" y="4401565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1990047-0335-4A68-83B7-D274F64CA4DD}"/>
              </a:ext>
            </a:extLst>
          </p:cNvPr>
          <p:cNvSpPr/>
          <p:nvPr/>
        </p:nvSpPr>
        <p:spPr>
          <a:xfrm>
            <a:off x="2192564" y="4411950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301F5BE-CBEC-4114-A415-92615C69C70C}"/>
              </a:ext>
            </a:extLst>
          </p:cNvPr>
          <p:cNvSpPr/>
          <p:nvPr/>
        </p:nvSpPr>
        <p:spPr>
          <a:xfrm>
            <a:off x="2366641" y="437876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A40A616-BB60-489B-A0B0-15C905D10360}"/>
              </a:ext>
            </a:extLst>
          </p:cNvPr>
          <p:cNvSpPr/>
          <p:nvPr/>
        </p:nvSpPr>
        <p:spPr>
          <a:xfrm>
            <a:off x="1883427" y="441951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97340F8-0A67-4F87-B903-60F6B46BBF54}"/>
              </a:ext>
            </a:extLst>
          </p:cNvPr>
          <p:cNvSpPr/>
          <p:nvPr/>
        </p:nvSpPr>
        <p:spPr>
          <a:xfrm>
            <a:off x="2547731" y="4320018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BDDD1BA-7A6D-491F-BC6A-6F8841784C6E}"/>
              </a:ext>
            </a:extLst>
          </p:cNvPr>
          <p:cNvSpPr/>
          <p:nvPr/>
        </p:nvSpPr>
        <p:spPr>
          <a:xfrm>
            <a:off x="2743200" y="4246273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36AE861-4F56-42CC-97EA-19346471EE06}"/>
              </a:ext>
            </a:extLst>
          </p:cNvPr>
          <p:cNvSpPr/>
          <p:nvPr/>
        </p:nvSpPr>
        <p:spPr>
          <a:xfrm>
            <a:off x="2858160" y="4195756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0AFBB80-8132-4DBE-B1FA-4D868BCE53DF}"/>
              </a:ext>
            </a:extLst>
          </p:cNvPr>
          <p:cNvCxnSpPr>
            <a:cxnSpLocks/>
          </p:cNvCxnSpPr>
          <p:nvPr/>
        </p:nvCxnSpPr>
        <p:spPr>
          <a:xfrm>
            <a:off x="1600200" y="1657350"/>
            <a:ext cx="0" cy="3059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2AB4E09-8813-4240-86AE-92BC5F818B42}"/>
              </a:ext>
            </a:extLst>
          </p:cNvPr>
          <p:cNvSpPr txBox="1"/>
          <p:nvPr/>
        </p:nvSpPr>
        <p:spPr>
          <a:xfrm>
            <a:off x="409354" y="2194581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  <a:r>
              <a:rPr lang="en-US" baseline="30000" dirty="0"/>
              <a:t>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006E3BB-E9A6-4E33-B0FB-00940A0A6F3A}"/>
                  </a:ext>
                </a:extLst>
              </p14:cNvPr>
              <p14:cNvContentPartPr/>
              <p14:nvPr/>
            </p14:nvContentPartPr>
            <p14:xfrm>
              <a:off x="2538533" y="2252834"/>
              <a:ext cx="2518560" cy="2378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006E3BB-E9A6-4E33-B0FB-00940A0A6F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9893" y="2244194"/>
                <a:ext cx="2536200" cy="23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72C301E-14A1-42A1-A4BB-3963BCAF76D2}"/>
                  </a:ext>
                </a:extLst>
              </p14:cNvPr>
              <p14:cNvContentPartPr/>
              <p14:nvPr/>
            </p14:nvContentPartPr>
            <p14:xfrm>
              <a:off x="4771451" y="4539588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72C301E-14A1-42A1-A4BB-3963BCAF76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62811" y="453094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B9E8C567-E0EF-432F-8230-78A90006E99D}"/>
              </a:ext>
            </a:extLst>
          </p:cNvPr>
          <p:cNvSpPr txBox="1"/>
          <p:nvPr/>
        </p:nvSpPr>
        <p:spPr>
          <a:xfrm>
            <a:off x="5057093" y="2392117"/>
            <a:ext cx="3842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How to decide how to transform the 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4EAE8C-8C64-4D04-9E08-A8330CB8954B}"/>
              </a:ext>
            </a:extLst>
          </p:cNvPr>
          <p:cNvSpPr txBox="1"/>
          <p:nvPr/>
        </p:nvSpPr>
        <p:spPr>
          <a:xfrm>
            <a:off x="6978295" y="2732938"/>
            <a:ext cx="13574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11006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558577-539A-4FA4-BBF8-D9115DBC8914}"/>
              </a:ext>
            </a:extLst>
          </p:cNvPr>
          <p:cNvSpPr txBox="1"/>
          <p:nvPr/>
        </p:nvSpPr>
        <p:spPr>
          <a:xfrm>
            <a:off x="1776029" y="4717018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D5F418-BB0F-41FB-B0B3-E139F4CFD385}"/>
              </a:ext>
            </a:extLst>
          </p:cNvPr>
          <p:cNvCxnSpPr/>
          <p:nvPr/>
        </p:nvCxnSpPr>
        <p:spPr>
          <a:xfrm>
            <a:off x="1600200" y="4722759"/>
            <a:ext cx="342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F7063BF-B012-425E-8253-5DAEFAAA2B76}"/>
              </a:ext>
            </a:extLst>
          </p:cNvPr>
          <p:cNvSpPr/>
          <p:nvPr/>
        </p:nvSpPr>
        <p:spPr>
          <a:xfrm>
            <a:off x="3536219" y="3878205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DFD85A4-525C-4C23-A7B3-8F8F3977DEEC}"/>
              </a:ext>
            </a:extLst>
          </p:cNvPr>
          <p:cNvSpPr/>
          <p:nvPr/>
        </p:nvSpPr>
        <p:spPr>
          <a:xfrm>
            <a:off x="3730811" y="3716682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9EA493-E43C-41AF-B594-8C5D0EFA6EB1}"/>
              </a:ext>
            </a:extLst>
          </p:cNvPr>
          <p:cNvSpPr/>
          <p:nvPr/>
        </p:nvSpPr>
        <p:spPr>
          <a:xfrm>
            <a:off x="3882495" y="35841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E48A2A9-065B-4FCA-BBAC-DB05F5EBBDDE}"/>
              </a:ext>
            </a:extLst>
          </p:cNvPr>
          <p:cNvSpPr/>
          <p:nvPr/>
        </p:nvSpPr>
        <p:spPr>
          <a:xfrm>
            <a:off x="3983135" y="34317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3461791-AD1C-4EB8-A3D7-FB7994BA2D15}"/>
              </a:ext>
            </a:extLst>
          </p:cNvPr>
          <p:cNvSpPr/>
          <p:nvPr/>
        </p:nvSpPr>
        <p:spPr>
          <a:xfrm>
            <a:off x="4075523" y="32793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48FE7C-1610-48A6-95BC-06AE5C5D175B}"/>
              </a:ext>
            </a:extLst>
          </p:cNvPr>
          <p:cNvSpPr/>
          <p:nvPr/>
        </p:nvSpPr>
        <p:spPr>
          <a:xfrm>
            <a:off x="4245789" y="3030882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6A1D34-A2F6-4C28-ABFD-6FDF43C106E0}"/>
              </a:ext>
            </a:extLst>
          </p:cNvPr>
          <p:cNvSpPr/>
          <p:nvPr/>
        </p:nvSpPr>
        <p:spPr>
          <a:xfrm>
            <a:off x="4700971" y="2060157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18428F8-A3E1-47EA-8843-14BF75B71880}"/>
              </a:ext>
            </a:extLst>
          </p:cNvPr>
          <p:cNvSpPr/>
          <p:nvPr/>
        </p:nvSpPr>
        <p:spPr>
          <a:xfrm>
            <a:off x="4820182" y="1735482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CF56EFF-C0AC-4DF8-B6FA-A75861BC0682}"/>
              </a:ext>
            </a:extLst>
          </p:cNvPr>
          <p:cNvSpPr/>
          <p:nvPr/>
        </p:nvSpPr>
        <p:spPr>
          <a:xfrm>
            <a:off x="4624771" y="2345082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D3D7DA92-B681-463D-A4DF-655B0DC5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60452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06A362-E44E-4F59-AB95-DAC30496B94D}"/>
              </a:ext>
            </a:extLst>
          </p:cNvPr>
          <p:cNvSpPr/>
          <p:nvPr/>
        </p:nvSpPr>
        <p:spPr>
          <a:xfrm>
            <a:off x="2031267" y="4401565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1990047-0335-4A68-83B7-D274F64CA4DD}"/>
              </a:ext>
            </a:extLst>
          </p:cNvPr>
          <p:cNvSpPr/>
          <p:nvPr/>
        </p:nvSpPr>
        <p:spPr>
          <a:xfrm>
            <a:off x="2192564" y="4411950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301F5BE-CBEC-4114-A415-92615C69C70C}"/>
              </a:ext>
            </a:extLst>
          </p:cNvPr>
          <p:cNvSpPr/>
          <p:nvPr/>
        </p:nvSpPr>
        <p:spPr>
          <a:xfrm>
            <a:off x="2366641" y="437876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A40A616-BB60-489B-A0B0-15C905D10360}"/>
              </a:ext>
            </a:extLst>
          </p:cNvPr>
          <p:cNvSpPr/>
          <p:nvPr/>
        </p:nvSpPr>
        <p:spPr>
          <a:xfrm>
            <a:off x="1883427" y="441951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97340F8-0A67-4F87-B903-60F6B46BBF54}"/>
              </a:ext>
            </a:extLst>
          </p:cNvPr>
          <p:cNvSpPr/>
          <p:nvPr/>
        </p:nvSpPr>
        <p:spPr>
          <a:xfrm>
            <a:off x="2547731" y="4320018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BDDD1BA-7A6D-491F-BC6A-6F8841784C6E}"/>
              </a:ext>
            </a:extLst>
          </p:cNvPr>
          <p:cNvSpPr/>
          <p:nvPr/>
        </p:nvSpPr>
        <p:spPr>
          <a:xfrm>
            <a:off x="2743200" y="4246273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36AE861-4F56-42CC-97EA-19346471EE06}"/>
              </a:ext>
            </a:extLst>
          </p:cNvPr>
          <p:cNvSpPr/>
          <p:nvPr/>
        </p:nvSpPr>
        <p:spPr>
          <a:xfrm>
            <a:off x="2858160" y="4195756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0AFBB80-8132-4DBE-B1FA-4D868BCE53DF}"/>
              </a:ext>
            </a:extLst>
          </p:cNvPr>
          <p:cNvCxnSpPr>
            <a:cxnSpLocks/>
          </p:cNvCxnSpPr>
          <p:nvPr/>
        </p:nvCxnSpPr>
        <p:spPr>
          <a:xfrm>
            <a:off x="1600200" y="1657350"/>
            <a:ext cx="0" cy="3059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2AB4E09-8813-4240-86AE-92BC5F818B42}"/>
              </a:ext>
            </a:extLst>
          </p:cNvPr>
          <p:cNvSpPr txBox="1"/>
          <p:nvPr/>
        </p:nvSpPr>
        <p:spPr>
          <a:xfrm>
            <a:off x="409354" y="2194581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  <a:r>
              <a:rPr lang="en-US" baseline="30000" dirty="0"/>
              <a:t>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006E3BB-E9A6-4E33-B0FB-00940A0A6F3A}"/>
                  </a:ext>
                </a:extLst>
              </p14:cNvPr>
              <p14:cNvContentPartPr/>
              <p14:nvPr/>
            </p14:nvContentPartPr>
            <p14:xfrm>
              <a:off x="2538533" y="2252834"/>
              <a:ext cx="2518560" cy="2378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006E3BB-E9A6-4E33-B0FB-00940A0A6F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9893" y="2244194"/>
                <a:ext cx="2536200" cy="23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72C301E-14A1-42A1-A4BB-3963BCAF76D2}"/>
                  </a:ext>
                </a:extLst>
              </p14:cNvPr>
              <p14:cNvContentPartPr/>
              <p14:nvPr/>
            </p14:nvContentPartPr>
            <p14:xfrm>
              <a:off x="4771451" y="4539588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72C301E-14A1-42A1-A4BB-3963BCAF76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62811" y="453094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B9E8C567-E0EF-432F-8230-78A90006E99D}"/>
              </a:ext>
            </a:extLst>
          </p:cNvPr>
          <p:cNvSpPr txBox="1"/>
          <p:nvPr/>
        </p:nvSpPr>
        <p:spPr>
          <a:xfrm>
            <a:off x="5105789" y="1449641"/>
            <a:ext cx="384240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How to decide how to move the data?</a:t>
            </a:r>
          </a:p>
          <a:p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>
                <a:solidFill>
                  <a:srgbClr val="0070C0"/>
                </a:solidFill>
              </a:rPr>
              <a:t>The SVM will use a </a:t>
            </a:r>
            <a:r>
              <a:rPr lang="en-US" b="1" i="1" dirty="0">
                <a:solidFill>
                  <a:srgbClr val="FFC000"/>
                </a:solidFill>
              </a:rPr>
              <a:t>kernel function </a:t>
            </a:r>
            <a:r>
              <a:rPr lang="en-US" b="1" i="1" dirty="0">
                <a:solidFill>
                  <a:srgbClr val="0070C0"/>
                </a:solidFill>
              </a:rPr>
              <a:t>to </a:t>
            </a:r>
            <a:r>
              <a:rPr lang="en-US" b="1" i="1" dirty="0">
                <a:solidFill>
                  <a:srgbClr val="FFC000"/>
                </a:solidFill>
              </a:rPr>
              <a:t>systematically </a:t>
            </a:r>
            <a:r>
              <a:rPr lang="en-US" b="1" i="1" dirty="0">
                <a:solidFill>
                  <a:srgbClr val="0070C0"/>
                </a:solidFill>
              </a:rPr>
              <a:t>find a support vector classifier in higher dimensions</a:t>
            </a:r>
          </a:p>
          <a:p>
            <a:r>
              <a:rPr lang="en-US" b="1" i="1" dirty="0">
                <a:solidFill>
                  <a:srgbClr val="0070C0"/>
                </a:solidFill>
              </a:rPr>
              <a:t>It finds the support vector classifier </a:t>
            </a:r>
            <a:r>
              <a:rPr lang="en-US" b="1" i="1" dirty="0">
                <a:solidFill>
                  <a:srgbClr val="FF0000"/>
                </a:solidFill>
              </a:rPr>
              <a:t>as if the data were in that dimension, so it does not actually transform the 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05F09B-9616-4CE5-894C-5C27AF16DDF2}"/>
              </a:ext>
            </a:extLst>
          </p:cNvPr>
          <p:cNvSpPr txBox="1"/>
          <p:nvPr/>
        </p:nvSpPr>
        <p:spPr>
          <a:xfrm>
            <a:off x="5151436" y="4047684"/>
            <a:ext cx="3842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This is called the </a:t>
            </a:r>
            <a:r>
              <a:rPr lang="en-US" b="1" i="1" dirty="0">
                <a:solidFill>
                  <a:srgbClr val="FFC000"/>
                </a:solidFill>
              </a:rPr>
              <a:t>Kernel Trick</a:t>
            </a:r>
          </a:p>
        </p:txBody>
      </p:sp>
    </p:spTree>
    <p:extLst>
      <p:ext uri="{BB962C8B-B14F-4D97-AF65-F5344CB8AC3E}">
        <p14:creationId xmlns:p14="http://schemas.microsoft.com/office/powerpoint/2010/main" val="1351171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051559"/>
            <a:ext cx="8411210" cy="36074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98450" marR="5080" indent="-285750">
              <a:lnSpc>
                <a:spcPct val="78800"/>
              </a:lnSpc>
              <a:spcBef>
                <a:spcPts val="795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Calibri"/>
                <a:cs typeface="Calibri"/>
              </a:rPr>
              <a:t>Solution: Try higher dimension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58577-539A-4FA4-BBF8-D9115DBC8914}"/>
              </a:ext>
            </a:extLst>
          </p:cNvPr>
          <p:cNvSpPr txBox="1"/>
          <p:nvPr/>
        </p:nvSpPr>
        <p:spPr>
          <a:xfrm>
            <a:off x="1776029" y="4717018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D5F418-BB0F-41FB-B0B3-E139F4CFD385}"/>
              </a:ext>
            </a:extLst>
          </p:cNvPr>
          <p:cNvCxnSpPr/>
          <p:nvPr/>
        </p:nvCxnSpPr>
        <p:spPr>
          <a:xfrm>
            <a:off x="1600200" y="4722759"/>
            <a:ext cx="342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F7063BF-B012-425E-8253-5DAEFAAA2B76}"/>
              </a:ext>
            </a:extLst>
          </p:cNvPr>
          <p:cNvSpPr/>
          <p:nvPr/>
        </p:nvSpPr>
        <p:spPr>
          <a:xfrm>
            <a:off x="3536219" y="3878205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DFD85A4-525C-4C23-A7B3-8F8F3977DEEC}"/>
              </a:ext>
            </a:extLst>
          </p:cNvPr>
          <p:cNvSpPr/>
          <p:nvPr/>
        </p:nvSpPr>
        <p:spPr>
          <a:xfrm>
            <a:off x="3730811" y="3716682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9EA493-E43C-41AF-B594-8C5D0EFA6EB1}"/>
              </a:ext>
            </a:extLst>
          </p:cNvPr>
          <p:cNvSpPr/>
          <p:nvPr/>
        </p:nvSpPr>
        <p:spPr>
          <a:xfrm>
            <a:off x="3882495" y="35841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E48A2A9-065B-4FCA-BBAC-DB05F5EBBDDE}"/>
              </a:ext>
            </a:extLst>
          </p:cNvPr>
          <p:cNvSpPr/>
          <p:nvPr/>
        </p:nvSpPr>
        <p:spPr>
          <a:xfrm>
            <a:off x="3983135" y="34317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3461791-AD1C-4EB8-A3D7-FB7994BA2D15}"/>
              </a:ext>
            </a:extLst>
          </p:cNvPr>
          <p:cNvSpPr/>
          <p:nvPr/>
        </p:nvSpPr>
        <p:spPr>
          <a:xfrm>
            <a:off x="4075523" y="3279357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48FE7C-1610-48A6-95BC-06AE5C5D175B}"/>
              </a:ext>
            </a:extLst>
          </p:cNvPr>
          <p:cNvSpPr/>
          <p:nvPr/>
        </p:nvSpPr>
        <p:spPr>
          <a:xfrm>
            <a:off x="4245789" y="3030882"/>
            <a:ext cx="76200" cy="5632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6A1D34-A2F6-4C28-ABFD-6FDF43C106E0}"/>
              </a:ext>
            </a:extLst>
          </p:cNvPr>
          <p:cNvSpPr/>
          <p:nvPr/>
        </p:nvSpPr>
        <p:spPr>
          <a:xfrm>
            <a:off x="4700971" y="2060157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18428F8-A3E1-47EA-8843-14BF75B71880}"/>
              </a:ext>
            </a:extLst>
          </p:cNvPr>
          <p:cNvSpPr/>
          <p:nvPr/>
        </p:nvSpPr>
        <p:spPr>
          <a:xfrm>
            <a:off x="4820182" y="1735482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CF56EFF-C0AC-4DF8-B6FA-A75861BC0682}"/>
              </a:ext>
            </a:extLst>
          </p:cNvPr>
          <p:cNvSpPr/>
          <p:nvPr/>
        </p:nvSpPr>
        <p:spPr>
          <a:xfrm>
            <a:off x="4624771" y="2345082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D3D7DA92-B681-463D-A4DF-655B0DC5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604520"/>
          </a:xfrm>
        </p:spPr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06A362-E44E-4F59-AB95-DAC30496B94D}"/>
              </a:ext>
            </a:extLst>
          </p:cNvPr>
          <p:cNvSpPr/>
          <p:nvPr/>
        </p:nvSpPr>
        <p:spPr>
          <a:xfrm>
            <a:off x="2031267" y="4401565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1990047-0335-4A68-83B7-D274F64CA4DD}"/>
              </a:ext>
            </a:extLst>
          </p:cNvPr>
          <p:cNvSpPr/>
          <p:nvPr/>
        </p:nvSpPr>
        <p:spPr>
          <a:xfrm>
            <a:off x="2192564" y="4411950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301F5BE-CBEC-4114-A415-92615C69C70C}"/>
              </a:ext>
            </a:extLst>
          </p:cNvPr>
          <p:cNvSpPr/>
          <p:nvPr/>
        </p:nvSpPr>
        <p:spPr>
          <a:xfrm>
            <a:off x="2366641" y="437876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A40A616-BB60-489B-A0B0-15C905D10360}"/>
              </a:ext>
            </a:extLst>
          </p:cNvPr>
          <p:cNvSpPr/>
          <p:nvPr/>
        </p:nvSpPr>
        <p:spPr>
          <a:xfrm>
            <a:off x="1883427" y="4419519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97340F8-0A67-4F87-B903-60F6B46BBF54}"/>
              </a:ext>
            </a:extLst>
          </p:cNvPr>
          <p:cNvSpPr/>
          <p:nvPr/>
        </p:nvSpPr>
        <p:spPr>
          <a:xfrm>
            <a:off x="2547731" y="4320018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BDDD1BA-7A6D-491F-BC6A-6F8841784C6E}"/>
              </a:ext>
            </a:extLst>
          </p:cNvPr>
          <p:cNvSpPr/>
          <p:nvPr/>
        </p:nvSpPr>
        <p:spPr>
          <a:xfrm>
            <a:off x="2743200" y="4246273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36AE861-4F56-42CC-97EA-19346471EE06}"/>
              </a:ext>
            </a:extLst>
          </p:cNvPr>
          <p:cNvSpPr/>
          <p:nvPr/>
        </p:nvSpPr>
        <p:spPr>
          <a:xfrm>
            <a:off x="2858160" y="4195756"/>
            <a:ext cx="76200" cy="5632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0AFBB80-8132-4DBE-B1FA-4D868BCE53DF}"/>
              </a:ext>
            </a:extLst>
          </p:cNvPr>
          <p:cNvCxnSpPr>
            <a:cxnSpLocks/>
          </p:cNvCxnSpPr>
          <p:nvPr/>
        </p:nvCxnSpPr>
        <p:spPr>
          <a:xfrm>
            <a:off x="1600200" y="1657350"/>
            <a:ext cx="0" cy="3059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2AB4E09-8813-4240-86AE-92BC5F818B42}"/>
              </a:ext>
            </a:extLst>
          </p:cNvPr>
          <p:cNvSpPr txBox="1"/>
          <p:nvPr/>
        </p:nvSpPr>
        <p:spPr>
          <a:xfrm>
            <a:off x="409354" y="2194581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Dosage</a:t>
            </a:r>
            <a:r>
              <a:rPr lang="en-US" baseline="30000" dirty="0"/>
              <a:t>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006E3BB-E9A6-4E33-B0FB-00940A0A6F3A}"/>
                  </a:ext>
                </a:extLst>
              </p14:cNvPr>
              <p14:cNvContentPartPr/>
              <p14:nvPr/>
            </p14:nvContentPartPr>
            <p14:xfrm>
              <a:off x="2538533" y="2252834"/>
              <a:ext cx="2518560" cy="2378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006E3BB-E9A6-4E33-B0FB-00940A0A6F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9893" y="2244194"/>
                <a:ext cx="2536200" cy="23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72C301E-14A1-42A1-A4BB-3963BCAF76D2}"/>
                  </a:ext>
                </a:extLst>
              </p14:cNvPr>
              <p14:cNvContentPartPr/>
              <p14:nvPr/>
            </p14:nvContentPartPr>
            <p14:xfrm>
              <a:off x="4771451" y="4539588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72C301E-14A1-42A1-A4BB-3963BCAF76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62811" y="453094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1269F6E-6A15-4DB1-B9C0-C932E5B0BBAD}"/>
              </a:ext>
            </a:extLst>
          </p:cNvPr>
          <p:cNvSpPr txBox="1"/>
          <p:nvPr/>
        </p:nvSpPr>
        <p:spPr>
          <a:xfrm>
            <a:off x="5029200" y="2471982"/>
            <a:ext cx="3842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In this example we use the </a:t>
            </a:r>
            <a:r>
              <a:rPr lang="en-US" b="1" i="1" dirty="0">
                <a:solidFill>
                  <a:srgbClr val="FFC000"/>
                </a:solidFill>
              </a:rPr>
              <a:t>polynomial</a:t>
            </a:r>
            <a:r>
              <a:rPr lang="en-US" b="1" i="1" dirty="0">
                <a:solidFill>
                  <a:srgbClr val="0070C0"/>
                </a:solidFill>
              </a:rPr>
              <a:t>  </a:t>
            </a:r>
            <a:r>
              <a:rPr lang="en-US" b="1" i="1" dirty="0">
                <a:solidFill>
                  <a:srgbClr val="FFC000"/>
                </a:solidFill>
              </a:rPr>
              <a:t>Kernel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E700E5-9194-44F8-B49E-514496C8CA0C}"/>
              </a:ext>
            </a:extLst>
          </p:cNvPr>
          <p:cNvSpPr txBox="1"/>
          <p:nvPr/>
        </p:nvSpPr>
        <p:spPr>
          <a:xfrm>
            <a:off x="4938690" y="3135794"/>
            <a:ext cx="384240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Other kernels </a:t>
            </a:r>
          </a:p>
          <a:p>
            <a:r>
              <a:rPr lang="en-US" sz="1100" b="1" i="1" dirty="0">
                <a:solidFill>
                  <a:srgbClr val="0070C0"/>
                </a:solidFill>
                <a:hlinkClick r:id="rId6"/>
              </a:rPr>
              <a:t>https://data-flair.training/blogs/svm-kernel-functions/#:~:text=SVM%20Kernel%20Functions&amp;text=The%20function%20of%20kernel%20is,(RBF)%2C%20and%20sigmoid</a:t>
            </a:r>
            <a:endParaRPr lang="en-US" sz="1100" b="1" i="1" dirty="0">
              <a:solidFill>
                <a:srgbClr val="0070C0"/>
              </a:solidFill>
            </a:endParaRPr>
          </a:p>
          <a:p>
            <a:endParaRPr lang="en-US" sz="1100" b="1" i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95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083360"/>
            <a:ext cx="7485696" cy="1293944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10"/>
              </a:spcBef>
              <a:buFont typeface="Arial" panose="020B0604020202020204" pitchFamily="34" charset="0"/>
              <a:buChar char="•"/>
            </a:pPr>
            <a:r>
              <a:rPr lang="en-US" spc="-15" dirty="0">
                <a:solidFill>
                  <a:srgbClr val="00026A"/>
                </a:solidFill>
                <a:latin typeface="Calibri"/>
                <a:cs typeface="Calibri"/>
              </a:rPr>
              <a:t>Recall: The perceptron and Activation Functions</a:t>
            </a:r>
          </a:p>
          <a:p>
            <a:pPr marL="298450" indent="-285750">
              <a:lnSpc>
                <a:spcPct val="100000"/>
              </a:lnSpc>
              <a:spcBef>
                <a:spcPts val="1210"/>
              </a:spcBef>
              <a:buFont typeface="Arial" panose="020B0604020202020204" pitchFamily="34" charset="0"/>
              <a:buChar char="•"/>
            </a:pPr>
            <a:r>
              <a:rPr lang="en-US" spc="-15" dirty="0">
                <a:solidFill>
                  <a:srgbClr val="00026A"/>
                </a:solidFill>
                <a:latin typeface="Calibri"/>
                <a:cs typeface="Calibri"/>
              </a:rPr>
              <a:t>MLP</a:t>
            </a:r>
          </a:p>
          <a:p>
            <a:pPr marL="298450" indent="-285750">
              <a:lnSpc>
                <a:spcPct val="100000"/>
              </a:lnSpc>
              <a:spcBef>
                <a:spcPts val="1210"/>
              </a:spcBef>
              <a:buFont typeface="Arial" panose="020B0604020202020204" pitchFamily="34" charset="0"/>
              <a:buChar char="•"/>
            </a:pPr>
            <a:r>
              <a:rPr lang="en-US" spc="-15" dirty="0">
                <a:solidFill>
                  <a:srgbClr val="00026A"/>
                </a:solidFill>
                <a:latin typeface="Calibri"/>
                <a:cs typeface="Calibri"/>
              </a:rPr>
              <a:t>Feedforward and back propagation</a:t>
            </a:r>
            <a:endParaRPr lang="en-US" dirty="0"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558069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 this </a:t>
            </a:r>
            <a:r>
              <a:rPr spc="-5" dirty="0"/>
              <a:t>lesson</a:t>
            </a:r>
            <a:r>
              <a:rPr spc="-75" dirty="0"/>
              <a:t> </a:t>
            </a:r>
            <a:r>
              <a:rPr dirty="0"/>
              <a:t>…</a:t>
            </a:r>
            <a:r>
              <a:rPr lang="en-US" dirty="0"/>
              <a:t> Part-1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0640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98C68-5AC5-4880-A6D9-FECBB5EEB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Perceptron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4731A-8434-4FF6-B756-ED9F1C90F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409" y="1029163"/>
            <a:ext cx="8418191" cy="830997"/>
          </a:xfrm>
        </p:spPr>
        <p:txBody>
          <a:bodyPr/>
          <a:lstStyle/>
          <a:p>
            <a:r>
              <a:rPr lang="en-US" dirty="0"/>
              <a:t>The perceptron is a simple </a:t>
            </a:r>
            <a:r>
              <a:rPr lang="en-US" b="1" dirty="0">
                <a:solidFill>
                  <a:srgbClr val="FF0000"/>
                </a:solidFill>
              </a:rPr>
              <a:t>binary classification linear </a:t>
            </a:r>
            <a:r>
              <a:rPr lang="en-US" dirty="0"/>
              <a:t>function that takes several inputs, sums them, and passes them through another function to give a single result.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A8D28A6-7DB6-4BB6-9867-C51C2A631097}"/>
                  </a:ext>
                </a:extLst>
              </p:cNvPr>
              <p:cNvSpPr/>
              <p:nvPr/>
            </p:nvSpPr>
            <p:spPr>
              <a:xfrm>
                <a:off x="3048000" y="3397281"/>
                <a:ext cx="685800" cy="609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A8D28A6-7DB6-4BB6-9867-C51C2A6310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397281"/>
                <a:ext cx="685800" cy="609600"/>
              </a:xfrm>
              <a:prstGeom prst="ellipse">
                <a:avLst/>
              </a:prstGeom>
              <a:blipFill>
                <a:blip r:embed="rId3"/>
                <a:stretch>
                  <a:fillRect l="-89744" t="-110577" r="-41026" b="-160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CF66A8-8A9C-474F-A9B0-0A388BAEA004}"/>
              </a:ext>
            </a:extLst>
          </p:cNvPr>
          <p:cNvCxnSpPr>
            <a:endCxn id="4" idx="1"/>
          </p:cNvCxnSpPr>
          <p:nvPr/>
        </p:nvCxnSpPr>
        <p:spPr>
          <a:xfrm>
            <a:off x="2286000" y="3181350"/>
            <a:ext cx="862433" cy="305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6CF3FC-ADEE-432C-816A-E7318C2F070D}"/>
              </a:ext>
            </a:extLst>
          </p:cNvPr>
          <p:cNvCxnSpPr>
            <a:cxnSpLocks/>
            <a:endCxn id="4" idx="3"/>
          </p:cNvCxnSpPr>
          <p:nvPr/>
        </p:nvCxnSpPr>
        <p:spPr>
          <a:xfrm flipV="1">
            <a:off x="2311984" y="3917607"/>
            <a:ext cx="836449" cy="273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93ACA9-4382-44CB-AF79-5A55DB23A0F8}"/>
              </a:ext>
            </a:extLst>
          </p:cNvPr>
          <p:cNvSpPr txBox="1"/>
          <p:nvPr/>
        </p:nvSpPr>
        <p:spPr>
          <a:xfrm>
            <a:off x="2438400" y="3028950"/>
            <a:ext cx="86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76EE39-CD33-4DFB-B8A9-D7AD89ED504D}"/>
              </a:ext>
            </a:extLst>
          </p:cNvPr>
          <p:cNvSpPr txBox="1"/>
          <p:nvPr/>
        </p:nvSpPr>
        <p:spPr>
          <a:xfrm>
            <a:off x="2311984" y="3702081"/>
            <a:ext cx="86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</a:t>
            </a:r>
            <a:r>
              <a:rPr lang="en-US" baseline="-25000" dirty="0" err="1"/>
              <a:t>m</a:t>
            </a:r>
            <a:endParaRPr lang="en-US" baseline="-25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0AD8D7-7D1B-4517-AD2F-EB88F0FA02A2}"/>
              </a:ext>
            </a:extLst>
          </p:cNvPr>
          <p:cNvSpPr txBox="1"/>
          <p:nvPr/>
        </p:nvSpPr>
        <p:spPr>
          <a:xfrm>
            <a:off x="1910711" y="2914246"/>
            <a:ext cx="86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A1778A-937F-4BBA-B202-B7D2400CB9A7}"/>
              </a:ext>
            </a:extLst>
          </p:cNvPr>
          <p:cNvSpPr txBox="1"/>
          <p:nvPr/>
        </p:nvSpPr>
        <p:spPr>
          <a:xfrm>
            <a:off x="1860852" y="4006881"/>
            <a:ext cx="86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643676-7CB5-4D9F-A3F7-07C2FACA08FE}"/>
              </a:ext>
            </a:extLst>
          </p:cNvPr>
          <p:cNvSpPr txBox="1"/>
          <p:nvPr/>
        </p:nvSpPr>
        <p:spPr>
          <a:xfrm>
            <a:off x="1948337" y="3275898"/>
            <a:ext cx="30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.</a:t>
            </a:r>
          </a:p>
          <a:p>
            <a:r>
              <a:rPr lang="en-US" sz="1400" dirty="0"/>
              <a:t>.</a:t>
            </a:r>
          </a:p>
          <a:p>
            <a:r>
              <a:rPr lang="en-US" sz="1400" dirty="0"/>
              <a:t>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5FBF75-2546-4733-9150-1CB66F923184}"/>
              </a:ext>
            </a:extLst>
          </p:cNvPr>
          <p:cNvCxnSpPr>
            <a:stCxn id="4" idx="6"/>
          </p:cNvCxnSpPr>
          <p:nvPr/>
        </p:nvCxnSpPr>
        <p:spPr>
          <a:xfrm>
            <a:off x="3733800" y="3702081"/>
            <a:ext cx="1447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BC65FD8-5E28-478F-8757-73BEDFE69F9C}"/>
                  </a:ext>
                </a:extLst>
              </p:cNvPr>
              <p:cNvSpPr/>
              <p:nvPr/>
            </p:nvSpPr>
            <p:spPr>
              <a:xfrm>
                <a:off x="5181600" y="3364870"/>
                <a:ext cx="685800" cy="609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BC65FD8-5E28-478F-8757-73BEDFE69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3364870"/>
                <a:ext cx="685800" cy="6096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EF2334-30ED-4DCF-BBF3-60827142EA47}"/>
              </a:ext>
            </a:extLst>
          </p:cNvPr>
          <p:cNvCxnSpPr>
            <a:stCxn id="17" idx="6"/>
          </p:cNvCxnSpPr>
          <p:nvPr/>
        </p:nvCxnSpPr>
        <p:spPr>
          <a:xfrm>
            <a:off x="5867400" y="3669670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3913D95-E6A3-4B0A-BBD8-2CB912C1035B}"/>
              </a:ext>
            </a:extLst>
          </p:cNvPr>
          <p:cNvSpPr txBox="1"/>
          <p:nvPr/>
        </p:nvSpPr>
        <p:spPr>
          <a:xfrm>
            <a:off x="6781800" y="342469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Y’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8B2FC3-AA04-498C-81E6-CCB4145CA29B}"/>
              </a:ext>
            </a:extLst>
          </p:cNvPr>
          <p:cNvSpPr txBox="1"/>
          <p:nvPr/>
        </p:nvSpPr>
        <p:spPr>
          <a:xfrm>
            <a:off x="5061589" y="2480708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Activation function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32985A-C80C-4E3D-9EBD-8DAD8B17405B}"/>
              </a:ext>
            </a:extLst>
          </p:cNvPr>
          <p:cNvSpPr/>
          <p:nvPr/>
        </p:nvSpPr>
        <p:spPr>
          <a:xfrm>
            <a:off x="3995579" y="4338944"/>
            <a:ext cx="41828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Y’ = f( b</a:t>
            </a:r>
            <a:r>
              <a:rPr lang="el-GR" b="1" i="1" baseline="-25000" dirty="0"/>
              <a:t>0</a:t>
            </a:r>
            <a:r>
              <a:rPr lang="el-GR" b="1" i="1" dirty="0"/>
              <a:t> + </a:t>
            </a:r>
            <a:r>
              <a:rPr lang="en-US" b="1" i="1" dirty="0"/>
              <a:t>b</a:t>
            </a:r>
            <a:r>
              <a:rPr lang="el-GR" b="1" i="1" baseline="-25000" dirty="0"/>
              <a:t>1</a:t>
            </a:r>
            <a:r>
              <a:rPr lang="el-GR" b="1" i="1" dirty="0"/>
              <a:t> </a:t>
            </a:r>
            <a:r>
              <a:rPr lang="en-US" b="1" i="1" dirty="0"/>
              <a:t>x</a:t>
            </a:r>
            <a:r>
              <a:rPr lang="en-US" b="1" i="1" baseline="-25000" dirty="0"/>
              <a:t>1</a:t>
            </a:r>
            <a:r>
              <a:rPr lang="en-US" b="1" i="1" dirty="0"/>
              <a:t> + ... + b</a:t>
            </a:r>
            <a:r>
              <a:rPr lang="en-US" b="1" i="1" baseline="-25000" dirty="0"/>
              <a:t>m</a:t>
            </a:r>
            <a:r>
              <a:rPr lang="en-US" b="1" i="1" dirty="0"/>
              <a:t> x</a:t>
            </a:r>
            <a:r>
              <a:rPr lang="en-US" b="1" i="1" baseline="-25000" dirty="0"/>
              <a:t>m</a:t>
            </a:r>
            <a:r>
              <a:rPr lang="en-US" b="1" i="1" dirty="0"/>
              <a:t> 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A7BCB6-4B14-4051-8611-F86B0074978A}"/>
              </a:ext>
            </a:extLst>
          </p:cNvPr>
          <p:cNvCxnSpPr>
            <a:endCxn id="4" idx="4"/>
          </p:cNvCxnSpPr>
          <p:nvPr/>
        </p:nvCxnSpPr>
        <p:spPr>
          <a:xfrm flipV="1">
            <a:off x="2723285" y="4006881"/>
            <a:ext cx="667615" cy="1003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DC2AB4-0F16-4F4A-844A-98A9C8BAEA00}"/>
              </a:ext>
            </a:extLst>
          </p:cNvPr>
          <p:cNvSpPr txBox="1"/>
          <p:nvPr/>
        </p:nvSpPr>
        <p:spPr>
          <a:xfrm>
            <a:off x="2007183" y="4737865"/>
            <a:ext cx="86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Bias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93265A-C4D0-4CC6-A1F6-9A35DF9330B6}"/>
              </a:ext>
            </a:extLst>
          </p:cNvPr>
          <p:cNvSpPr txBox="1"/>
          <p:nvPr/>
        </p:nvSpPr>
        <p:spPr>
          <a:xfrm>
            <a:off x="3962400" y="3997211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Y’ = f(Bias+ w</a:t>
            </a:r>
            <a:r>
              <a:rPr lang="en-US" i="1" baseline="-25000" dirty="0"/>
              <a:t>1 </a:t>
            </a:r>
            <a:r>
              <a:rPr lang="en-US" i="1" dirty="0"/>
              <a:t>. x</a:t>
            </a:r>
            <a:r>
              <a:rPr lang="en-US" i="1" baseline="-25000" dirty="0"/>
              <a:t>1 </a:t>
            </a:r>
            <a:r>
              <a:rPr lang="en-US" i="1" dirty="0"/>
              <a:t>+ w</a:t>
            </a:r>
            <a:r>
              <a:rPr lang="en-US" i="1" baseline="-25000" dirty="0"/>
              <a:t>2 </a:t>
            </a:r>
            <a:r>
              <a:rPr lang="en-US" i="1" dirty="0"/>
              <a:t>. x</a:t>
            </a:r>
            <a:r>
              <a:rPr lang="en-US" i="1" baseline="-25000" dirty="0"/>
              <a:t>2  </a:t>
            </a:r>
            <a:r>
              <a:rPr lang="en-US" i="1" dirty="0"/>
              <a:t>+ …+ </a:t>
            </a:r>
            <a:r>
              <a:rPr lang="en-US" i="1" dirty="0" err="1"/>
              <a:t>w</a:t>
            </a:r>
            <a:r>
              <a:rPr lang="en-US" i="1" baseline="-25000" dirty="0" err="1"/>
              <a:t>m</a:t>
            </a:r>
            <a:r>
              <a:rPr lang="en-US" i="1" baseline="-25000" dirty="0"/>
              <a:t> </a:t>
            </a:r>
            <a:r>
              <a:rPr lang="en-US" i="1" dirty="0"/>
              <a:t>. x</a:t>
            </a:r>
            <a:r>
              <a:rPr lang="en-US" i="1" baseline="-25000" dirty="0"/>
              <a:t>m  </a:t>
            </a:r>
            <a:r>
              <a:rPr lang="en-US" i="1" dirty="0"/>
              <a:t>)</a:t>
            </a:r>
            <a:endParaRPr lang="en-US" i="1" baseline="-25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2B211-9E23-4C4F-BFA9-7DC1A8089B88}"/>
              </a:ext>
            </a:extLst>
          </p:cNvPr>
          <p:cNvSpPr/>
          <p:nvPr/>
        </p:nvSpPr>
        <p:spPr>
          <a:xfrm>
            <a:off x="4931095" y="2460985"/>
            <a:ext cx="1219200" cy="155357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1D2383-4F60-B5DD-3D10-B1AFBA74566A}"/>
              </a:ext>
            </a:extLst>
          </p:cNvPr>
          <p:cNvSpPr/>
          <p:nvPr/>
        </p:nvSpPr>
        <p:spPr>
          <a:xfrm>
            <a:off x="296663" y="2294951"/>
            <a:ext cx="2986027" cy="53710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i="1" dirty="0">
                <a:solidFill>
                  <a:schemeClr val="tx1"/>
                </a:solidFill>
              </a:rPr>
              <a:t>w</a:t>
            </a:r>
            <a:r>
              <a:rPr lang="en-GB" i="1" baseline="-25000" dirty="0">
                <a:solidFill>
                  <a:schemeClr val="tx1"/>
                </a:solidFill>
              </a:rPr>
              <a:t>inew</a:t>
            </a:r>
            <a:r>
              <a:rPr lang="en-GB" i="1" dirty="0">
                <a:solidFill>
                  <a:schemeClr val="tx1"/>
                </a:solidFill>
              </a:rPr>
              <a:t> = w</a:t>
            </a:r>
            <a:r>
              <a:rPr lang="en-GB" i="1" baseline="-25000" dirty="0">
                <a:solidFill>
                  <a:schemeClr val="tx1"/>
                </a:solidFill>
              </a:rPr>
              <a:t>iold</a:t>
            </a:r>
            <a:r>
              <a:rPr lang="en-GB" i="1" dirty="0">
                <a:solidFill>
                  <a:schemeClr val="tx1"/>
                </a:solidFill>
              </a:rPr>
              <a:t> + </a:t>
            </a:r>
            <a:r>
              <a:rPr lang="el-GR" i="1" dirty="0">
                <a:solidFill>
                  <a:schemeClr val="tx1"/>
                </a:solidFill>
              </a:rPr>
              <a:t>α</a:t>
            </a:r>
            <a:r>
              <a:rPr lang="en-GB" i="1" dirty="0">
                <a:solidFill>
                  <a:schemeClr val="tx1"/>
                </a:solidFill>
              </a:rPr>
              <a:t> . e . x</a:t>
            </a:r>
            <a:r>
              <a:rPr lang="en-GB" i="1" baseline="-25000" dirty="0">
                <a:solidFill>
                  <a:schemeClr val="tx1"/>
                </a:solidFill>
              </a:rPr>
              <a:t>i</a:t>
            </a:r>
            <a:r>
              <a:rPr lang="en-GB" i="1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686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98C68-5AC5-4880-A6D9-FECBB5EE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38791"/>
            <a:ext cx="8418191" cy="604520"/>
          </a:xfrm>
        </p:spPr>
        <p:txBody>
          <a:bodyPr/>
          <a:lstStyle/>
          <a:p>
            <a:r>
              <a:rPr lang="en-US" dirty="0"/>
              <a:t>Activation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4731A-8434-4FF6-B756-ED9F1C90F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58073"/>
            <a:ext cx="1580196" cy="276999"/>
          </a:xfrm>
        </p:spPr>
        <p:txBody>
          <a:bodyPr/>
          <a:lstStyle/>
          <a:p>
            <a:pPr algn="l"/>
            <a:r>
              <a:rPr lang="en-US" dirty="0"/>
              <a:t>Step</a:t>
            </a:r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8DCD3D79-251C-74FB-CCCB-524AB66D1E2B}"/>
              </a:ext>
            </a:extLst>
          </p:cNvPr>
          <p:cNvGrpSpPr/>
          <p:nvPr/>
        </p:nvGrpSpPr>
        <p:grpSpPr>
          <a:xfrm>
            <a:off x="1219200" y="1270463"/>
            <a:ext cx="2158364" cy="1459575"/>
            <a:chOff x="5867493" y="2563790"/>
            <a:chExt cx="2539365" cy="1560195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086D35C7-DA3C-33AF-557D-6029A2CDD783}"/>
                </a:ext>
              </a:extLst>
            </p:cNvPr>
            <p:cNvSpPr/>
            <p:nvPr/>
          </p:nvSpPr>
          <p:spPr>
            <a:xfrm>
              <a:off x="5867493" y="2563790"/>
              <a:ext cx="2522900" cy="156015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90095A42-F264-8787-EE21-90C76D09C0CD}"/>
                </a:ext>
              </a:extLst>
            </p:cNvPr>
            <p:cNvSpPr/>
            <p:nvPr/>
          </p:nvSpPr>
          <p:spPr>
            <a:xfrm>
              <a:off x="8321039" y="3535680"/>
              <a:ext cx="85725" cy="231775"/>
            </a:xfrm>
            <a:custGeom>
              <a:avLst/>
              <a:gdLst/>
              <a:ahLst/>
              <a:cxnLst/>
              <a:rect l="l" t="t" r="r" b="b"/>
              <a:pathLst>
                <a:path w="85725" h="231775">
                  <a:moveTo>
                    <a:pt x="85344" y="0"/>
                  </a:moveTo>
                  <a:lnTo>
                    <a:pt x="0" y="0"/>
                  </a:lnTo>
                  <a:lnTo>
                    <a:pt x="0" y="231648"/>
                  </a:lnTo>
                  <a:lnTo>
                    <a:pt x="85344" y="231648"/>
                  </a:lnTo>
                  <a:lnTo>
                    <a:pt x="85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E3C21EE-2E9A-BD96-0406-BCBFCB701EA3}"/>
              </a:ext>
            </a:extLst>
          </p:cNvPr>
          <p:cNvSpPr txBox="1"/>
          <p:nvPr/>
        </p:nvSpPr>
        <p:spPr>
          <a:xfrm>
            <a:off x="116114" y="3177782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ReLU</a:t>
            </a:r>
            <a:r>
              <a:rPr lang="en-US" dirty="0"/>
              <a:t> (rectified)</a:t>
            </a:r>
            <a:endParaRPr lang="en-A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2571E4-4C34-F04A-CE44-F09925D58F3D}"/>
              </a:ext>
            </a:extLst>
          </p:cNvPr>
          <p:cNvSpPr txBox="1"/>
          <p:nvPr/>
        </p:nvSpPr>
        <p:spPr>
          <a:xfrm>
            <a:off x="4519387" y="1057002"/>
            <a:ext cx="1426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Sigmoid</a:t>
            </a:r>
            <a:endParaRPr lang="en-A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8B1EA-191B-CB58-553B-E3835E635CB0}"/>
              </a:ext>
            </a:extLst>
          </p:cNvPr>
          <p:cNvSpPr txBox="1"/>
          <p:nvPr/>
        </p:nvSpPr>
        <p:spPr>
          <a:xfrm>
            <a:off x="4441373" y="3114402"/>
            <a:ext cx="816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Tanh</a:t>
            </a:r>
            <a:endParaRPr lang="en-A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889F7C-8659-C394-9157-17611C59FEDD}"/>
              </a:ext>
            </a:extLst>
          </p:cNvPr>
          <p:cNvCxnSpPr>
            <a:cxnSpLocks/>
          </p:cNvCxnSpPr>
          <p:nvPr/>
        </p:nvCxnSpPr>
        <p:spPr>
          <a:xfrm>
            <a:off x="4191000" y="971550"/>
            <a:ext cx="0" cy="381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C37A1B-48CF-1E8B-3209-54D78B4A6473}"/>
              </a:ext>
            </a:extLst>
          </p:cNvPr>
          <p:cNvCxnSpPr>
            <a:cxnSpLocks/>
          </p:cNvCxnSpPr>
          <p:nvPr/>
        </p:nvCxnSpPr>
        <p:spPr>
          <a:xfrm>
            <a:off x="152400" y="3028950"/>
            <a:ext cx="8915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object 5">
            <a:extLst>
              <a:ext uri="{FF2B5EF4-FFF2-40B4-BE49-F238E27FC236}">
                <a16:creationId xmlns:a16="http://schemas.microsoft.com/office/drawing/2014/main" id="{1EA3A075-1309-2452-15BC-26DDE1E18DCF}"/>
              </a:ext>
            </a:extLst>
          </p:cNvPr>
          <p:cNvGrpSpPr/>
          <p:nvPr/>
        </p:nvGrpSpPr>
        <p:grpSpPr>
          <a:xfrm>
            <a:off x="7043057" y="1365227"/>
            <a:ext cx="1672769" cy="1318885"/>
            <a:chOff x="5495544" y="999744"/>
            <a:chExt cx="3346450" cy="2302510"/>
          </a:xfrm>
        </p:grpSpPr>
        <p:sp>
          <p:nvSpPr>
            <p:cNvPr id="35" name="object 6">
              <a:extLst>
                <a:ext uri="{FF2B5EF4-FFF2-40B4-BE49-F238E27FC236}">
                  <a16:creationId xmlns:a16="http://schemas.microsoft.com/office/drawing/2014/main" id="{8EC68199-A930-9F8F-FE02-8D8E2FE2B6F6}"/>
                </a:ext>
              </a:extLst>
            </p:cNvPr>
            <p:cNvSpPr/>
            <p:nvPr/>
          </p:nvSpPr>
          <p:spPr>
            <a:xfrm>
              <a:off x="5495544" y="1106424"/>
              <a:ext cx="3345860" cy="219567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7">
              <a:extLst>
                <a:ext uri="{FF2B5EF4-FFF2-40B4-BE49-F238E27FC236}">
                  <a16:creationId xmlns:a16="http://schemas.microsoft.com/office/drawing/2014/main" id="{6ACF2C7E-2C5D-4CC2-8F30-073114D9EEF1}"/>
                </a:ext>
              </a:extLst>
            </p:cNvPr>
            <p:cNvSpPr/>
            <p:nvPr/>
          </p:nvSpPr>
          <p:spPr>
            <a:xfrm>
              <a:off x="6894575" y="999744"/>
              <a:ext cx="302260" cy="368935"/>
            </a:xfrm>
            <a:custGeom>
              <a:avLst/>
              <a:gdLst/>
              <a:ahLst/>
              <a:cxnLst/>
              <a:rect l="l" t="t" r="r" b="b"/>
              <a:pathLst>
                <a:path w="302259" h="368934">
                  <a:moveTo>
                    <a:pt x="301751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301751" y="368808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9">
            <a:extLst>
              <a:ext uri="{FF2B5EF4-FFF2-40B4-BE49-F238E27FC236}">
                <a16:creationId xmlns:a16="http://schemas.microsoft.com/office/drawing/2014/main" id="{486B4F8A-CF2D-687F-189E-6E2D3B41306F}"/>
              </a:ext>
            </a:extLst>
          </p:cNvPr>
          <p:cNvSpPr/>
          <p:nvPr/>
        </p:nvSpPr>
        <p:spPr>
          <a:xfrm>
            <a:off x="4945673" y="1870513"/>
            <a:ext cx="1600200" cy="3693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ED81DE27-DC06-017C-29CE-EB8B319C8B7A}"/>
              </a:ext>
            </a:extLst>
          </p:cNvPr>
          <p:cNvSpPr/>
          <p:nvPr/>
        </p:nvSpPr>
        <p:spPr>
          <a:xfrm>
            <a:off x="6658132" y="3501513"/>
            <a:ext cx="2057399" cy="12099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9" name="object 7">
            <a:extLst>
              <a:ext uri="{FF2B5EF4-FFF2-40B4-BE49-F238E27FC236}">
                <a16:creationId xmlns:a16="http://schemas.microsoft.com/office/drawing/2014/main" id="{CAAAAAE3-E7C0-00CC-0EC4-3552B1A5065F}"/>
              </a:ext>
            </a:extLst>
          </p:cNvPr>
          <p:cNvSpPr/>
          <p:nvPr/>
        </p:nvSpPr>
        <p:spPr>
          <a:xfrm>
            <a:off x="4510279" y="3833723"/>
            <a:ext cx="1495043" cy="2285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0" name="object 5">
            <a:extLst>
              <a:ext uri="{FF2B5EF4-FFF2-40B4-BE49-F238E27FC236}">
                <a16:creationId xmlns:a16="http://schemas.microsoft.com/office/drawing/2014/main" id="{EC9376B7-8995-5146-1145-7FB2F0F80FCD}"/>
              </a:ext>
            </a:extLst>
          </p:cNvPr>
          <p:cNvSpPr/>
          <p:nvPr/>
        </p:nvSpPr>
        <p:spPr>
          <a:xfrm>
            <a:off x="334248" y="3787349"/>
            <a:ext cx="1389622" cy="2749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grpSp>
        <p:nvGrpSpPr>
          <p:cNvPr id="41" name="object 6">
            <a:extLst>
              <a:ext uri="{FF2B5EF4-FFF2-40B4-BE49-F238E27FC236}">
                <a16:creationId xmlns:a16="http://schemas.microsoft.com/office/drawing/2014/main" id="{0DCCA631-1780-1B57-1BD1-D048CF53775C}"/>
              </a:ext>
            </a:extLst>
          </p:cNvPr>
          <p:cNvGrpSpPr/>
          <p:nvPr/>
        </p:nvGrpSpPr>
        <p:grpSpPr>
          <a:xfrm>
            <a:off x="2234235" y="3279405"/>
            <a:ext cx="1495041" cy="1536318"/>
            <a:chOff x="5594603" y="1124711"/>
            <a:chExt cx="3362325" cy="2186305"/>
          </a:xfrm>
        </p:grpSpPr>
        <p:sp>
          <p:nvSpPr>
            <p:cNvPr id="42" name="object 7">
              <a:extLst>
                <a:ext uri="{FF2B5EF4-FFF2-40B4-BE49-F238E27FC236}">
                  <a16:creationId xmlns:a16="http://schemas.microsoft.com/office/drawing/2014/main" id="{C3A846E9-AA23-8A1E-8DF0-EAC35586544E}"/>
                </a:ext>
              </a:extLst>
            </p:cNvPr>
            <p:cNvSpPr/>
            <p:nvPr/>
          </p:nvSpPr>
          <p:spPr>
            <a:xfrm>
              <a:off x="5594603" y="1124711"/>
              <a:ext cx="3361980" cy="218591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3" name="object 8">
              <a:extLst>
                <a:ext uri="{FF2B5EF4-FFF2-40B4-BE49-F238E27FC236}">
                  <a16:creationId xmlns:a16="http://schemas.microsoft.com/office/drawing/2014/main" id="{DF201A6F-1840-1ACB-EC19-A98065810A21}"/>
                </a:ext>
              </a:extLst>
            </p:cNvPr>
            <p:cNvSpPr/>
            <p:nvPr/>
          </p:nvSpPr>
          <p:spPr>
            <a:xfrm>
              <a:off x="5788913" y="3217926"/>
              <a:ext cx="1484630" cy="0"/>
            </a:xfrm>
            <a:custGeom>
              <a:avLst/>
              <a:gdLst/>
              <a:ahLst/>
              <a:cxnLst/>
              <a:rect l="l" t="t" r="r" b="b"/>
              <a:pathLst>
                <a:path w="1484629">
                  <a:moveTo>
                    <a:pt x="0" y="0"/>
                  </a:moveTo>
                  <a:lnTo>
                    <a:pt x="1484553" y="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4" name="object 9">
              <a:extLst>
                <a:ext uri="{FF2B5EF4-FFF2-40B4-BE49-F238E27FC236}">
                  <a16:creationId xmlns:a16="http://schemas.microsoft.com/office/drawing/2014/main" id="{D8693B25-1073-8590-19DA-CED8DC4C377E}"/>
                </a:ext>
              </a:extLst>
            </p:cNvPr>
            <p:cNvSpPr/>
            <p:nvPr/>
          </p:nvSpPr>
          <p:spPr>
            <a:xfrm>
              <a:off x="7273293" y="1280921"/>
              <a:ext cx="1517015" cy="1936750"/>
            </a:xfrm>
            <a:custGeom>
              <a:avLst/>
              <a:gdLst/>
              <a:ahLst/>
              <a:cxnLst/>
              <a:rect l="l" t="t" r="r" b="b"/>
              <a:pathLst>
                <a:path w="1517015" h="1936750">
                  <a:moveTo>
                    <a:pt x="1516824" y="0"/>
                  </a:moveTo>
                  <a:lnTo>
                    <a:pt x="0" y="1936381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</p:spTree>
    <p:extLst>
      <p:ext uri="{BB962C8B-B14F-4D97-AF65-F5344CB8AC3E}">
        <p14:creationId xmlns:p14="http://schemas.microsoft.com/office/powerpoint/2010/main" val="1784688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1445"/>
            <a:ext cx="7848600" cy="1257452"/>
          </a:xfrm>
        </p:spPr>
        <p:txBody>
          <a:bodyPr>
            <a:normAutofit/>
          </a:bodyPr>
          <a:lstStyle/>
          <a:p>
            <a:r>
              <a:rPr lang="en-US" b="1" dirty="0"/>
              <a:t>Multiple Layers Perceptron (MLP)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A1A4E1-4501-44B3-BF9B-D2A230137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55397"/>
            <a:ext cx="4815694" cy="16239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5918A6E-0736-4B9B-B1DA-AF4E06BC034A}"/>
                  </a:ext>
                </a:extLst>
              </p14:cNvPr>
              <p14:cNvContentPartPr/>
              <p14:nvPr/>
            </p14:nvContentPartPr>
            <p14:xfrm>
              <a:off x="2499750" y="3590580"/>
              <a:ext cx="1620" cy="10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5918A6E-0736-4B9B-B1DA-AF4E06BC03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91650" y="3581580"/>
                <a:ext cx="17496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99A0E1E-C084-4E79-B2A8-A3C23BAFD3B1}"/>
                  </a:ext>
                </a:extLst>
              </p14:cNvPr>
              <p14:cNvContentPartPr/>
              <p14:nvPr/>
            </p14:nvContentPartPr>
            <p14:xfrm>
              <a:off x="2385810" y="3871920"/>
              <a:ext cx="5130" cy="837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99A0E1E-C084-4E79-B2A8-A3C23BAFD3B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76649" y="3863201"/>
                <a:ext cx="23085" cy="25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7876072-B1FF-48F4-AABD-10FDFEEE3267}"/>
                  </a:ext>
                </a:extLst>
              </p14:cNvPr>
              <p14:cNvContentPartPr/>
              <p14:nvPr/>
            </p14:nvContentPartPr>
            <p14:xfrm>
              <a:off x="1697580" y="3962100"/>
              <a:ext cx="810" cy="27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7876072-B1FF-48F4-AABD-10FDFEEE326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90830" y="3953662"/>
                <a:ext cx="14040" cy="192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A3A0E07-5FBA-47EE-A78E-56DB9776FEF1}"/>
                  </a:ext>
                </a:extLst>
              </p14:cNvPr>
              <p14:cNvContentPartPr/>
              <p14:nvPr/>
            </p14:nvContentPartPr>
            <p14:xfrm>
              <a:off x="1621440" y="4144890"/>
              <a:ext cx="3240" cy="1593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A3A0E07-5FBA-47EE-A78E-56DB9776FEF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12440" y="4136040"/>
                <a:ext cx="20880" cy="332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9060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ANNs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764" y="1283746"/>
            <a:ext cx="7886700" cy="553998"/>
          </a:xfrm>
        </p:spPr>
        <p:txBody>
          <a:bodyPr/>
          <a:lstStyle/>
          <a:p>
            <a:r>
              <a:rPr lang="en-US" dirty="0"/>
              <a:t>Feed forward backpropagation networks</a:t>
            </a:r>
          </a:p>
          <a:p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88911" y="2344003"/>
            <a:ext cx="429905" cy="5015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x1</a:t>
            </a:r>
          </a:p>
        </p:txBody>
      </p:sp>
      <p:sp>
        <p:nvSpPr>
          <p:cNvPr id="6" name="Oval 5"/>
          <p:cNvSpPr/>
          <p:nvPr/>
        </p:nvSpPr>
        <p:spPr>
          <a:xfrm>
            <a:off x="1673557" y="3237585"/>
            <a:ext cx="460612" cy="5015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x2</a:t>
            </a:r>
          </a:p>
        </p:txBody>
      </p:sp>
      <p:sp>
        <p:nvSpPr>
          <p:cNvPr id="13" name="Oval 12"/>
          <p:cNvSpPr/>
          <p:nvPr/>
        </p:nvSpPr>
        <p:spPr>
          <a:xfrm>
            <a:off x="1688911" y="4030341"/>
            <a:ext cx="470848" cy="5322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x3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5846" y="1914098"/>
            <a:ext cx="14023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Input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83742" y="1877904"/>
            <a:ext cx="14023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Hidden layer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90604" y="1837071"/>
            <a:ext cx="140230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output layer</a:t>
            </a:r>
          </a:p>
        </p:txBody>
      </p:sp>
      <p:cxnSp>
        <p:nvCxnSpPr>
          <p:cNvPr id="49" name="Straight Arrow Connector 48"/>
          <p:cNvCxnSpPr>
            <a:stCxn id="5" idx="6"/>
          </p:cNvCxnSpPr>
          <p:nvPr/>
        </p:nvCxnSpPr>
        <p:spPr>
          <a:xfrm flipV="1">
            <a:off x="2118815" y="2575075"/>
            <a:ext cx="1060260" cy="1970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/>
        </p:nvGrpSpPr>
        <p:grpSpPr>
          <a:xfrm>
            <a:off x="4952059" y="2395254"/>
            <a:ext cx="639135" cy="493834"/>
            <a:chOff x="4933902" y="3679825"/>
            <a:chExt cx="1755775" cy="1295400"/>
          </a:xfrm>
        </p:grpSpPr>
        <p:sp>
          <p:nvSpPr>
            <p:cNvPr id="51" name="Oval 2"/>
            <p:cNvSpPr>
              <a:spLocks noChangeArrowheads="1"/>
            </p:cNvSpPr>
            <p:nvPr/>
          </p:nvSpPr>
          <p:spPr bwMode="auto">
            <a:xfrm>
              <a:off x="5318077" y="3679825"/>
              <a:ext cx="1371600" cy="1295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cs typeface="Arial" panose="020B0604020202020204" pitchFamily="34" charset="0"/>
              </a:endParaRPr>
            </a:p>
          </p:txBody>
        </p:sp>
        <p:graphicFrame>
          <p:nvGraphicFramePr>
            <p:cNvPr id="52" name="Object 4"/>
            <p:cNvGraphicFramePr>
              <a:graphicFrameLocks noGrp="1" noChangeAspect="1"/>
            </p:cNvGraphicFramePr>
            <p:nvPr>
              <p:ph sz="quarter" idx="1"/>
            </p:nvPr>
          </p:nvGraphicFramePr>
          <p:xfrm>
            <a:off x="4933902" y="4376738"/>
            <a:ext cx="350838" cy="587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957" imgH="190335" progId="Equation.3">
                    <p:embed/>
                  </p:oleObj>
                </mc:Choice>
                <mc:Fallback>
                  <p:oleObj name="Equation" r:id="rId2" imgW="164957" imgH="190335" progId="Equation.3">
                    <p:embed/>
                    <p:pic>
                      <p:nvPicPr>
                        <p:cNvPr id="5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3902" y="4376738"/>
                          <a:ext cx="350838" cy="587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5"/>
            <p:cNvGraphicFramePr>
              <a:graphicFrameLocks noChangeAspect="1"/>
            </p:cNvGraphicFramePr>
            <p:nvPr/>
          </p:nvGraphicFramePr>
          <p:xfrm>
            <a:off x="5622877" y="4237038"/>
            <a:ext cx="442913" cy="614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268" imgH="203024" progId="Equation.3">
                    <p:embed/>
                  </p:oleObj>
                </mc:Choice>
                <mc:Fallback>
                  <p:oleObj name="Equation" r:id="rId2" imgW="152268" imgH="203024" progId="Equation.3">
                    <p:embed/>
                    <p:pic>
                      <p:nvPicPr>
                        <p:cNvPr id="5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2877" y="4237038"/>
                          <a:ext cx="442913" cy="614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Line 6"/>
            <p:cNvSpPr>
              <a:spLocks noChangeShapeType="1"/>
            </p:cNvSpPr>
            <p:nvPr/>
          </p:nvSpPr>
          <p:spPr bwMode="auto">
            <a:xfrm>
              <a:off x="6003877" y="3679825"/>
              <a:ext cx="0" cy="12954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3107171" y="3162963"/>
            <a:ext cx="598191" cy="576176"/>
            <a:chOff x="5046378" y="3463829"/>
            <a:chExt cx="1643299" cy="1511396"/>
          </a:xfrm>
        </p:grpSpPr>
        <p:sp>
          <p:nvSpPr>
            <p:cNvPr id="63" name="Oval 2"/>
            <p:cNvSpPr>
              <a:spLocks noChangeArrowheads="1"/>
            </p:cNvSpPr>
            <p:nvPr/>
          </p:nvSpPr>
          <p:spPr bwMode="auto">
            <a:xfrm>
              <a:off x="5318077" y="3679825"/>
              <a:ext cx="1371600" cy="1295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cs typeface="Arial" panose="020B0604020202020204" pitchFamily="34" charset="0"/>
              </a:endParaRPr>
            </a:p>
          </p:txBody>
        </p:sp>
        <p:graphicFrame>
          <p:nvGraphicFramePr>
            <p:cNvPr id="64" name="Object 4"/>
            <p:cNvGraphicFramePr>
              <a:graphicFrameLocks noGrp="1" noChangeAspect="1"/>
            </p:cNvGraphicFramePr>
            <p:nvPr>
              <p:ph sz="quarter" idx="1"/>
            </p:nvPr>
          </p:nvGraphicFramePr>
          <p:xfrm>
            <a:off x="5046378" y="3463829"/>
            <a:ext cx="350838" cy="587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957" imgH="190335" progId="Equation.3">
                    <p:embed/>
                  </p:oleObj>
                </mc:Choice>
                <mc:Fallback>
                  <p:oleObj name="Equation" r:id="rId2" imgW="164957" imgH="190335" progId="Equation.3">
                    <p:embed/>
                    <p:pic>
                      <p:nvPicPr>
                        <p:cNvPr id="6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6378" y="3463829"/>
                          <a:ext cx="350838" cy="587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5"/>
            <p:cNvGraphicFramePr>
              <a:graphicFrameLocks noChangeAspect="1"/>
            </p:cNvGraphicFramePr>
            <p:nvPr/>
          </p:nvGraphicFramePr>
          <p:xfrm>
            <a:off x="5622877" y="4237038"/>
            <a:ext cx="442913" cy="614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268" imgH="203024" progId="Equation.3">
                    <p:embed/>
                  </p:oleObj>
                </mc:Choice>
                <mc:Fallback>
                  <p:oleObj name="Equation" r:id="rId2" imgW="152268" imgH="203024" progId="Equation.3">
                    <p:embed/>
                    <p:pic>
                      <p:nvPicPr>
                        <p:cNvPr id="6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2877" y="4237038"/>
                          <a:ext cx="442913" cy="614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" name="Line 6"/>
            <p:cNvSpPr>
              <a:spLocks noChangeShapeType="1"/>
            </p:cNvSpPr>
            <p:nvPr/>
          </p:nvSpPr>
          <p:spPr bwMode="auto">
            <a:xfrm>
              <a:off x="6003877" y="3679825"/>
              <a:ext cx="0" cy="12954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3108783" y="4077018"/>
            <a:ext cx="608427" cy="561250"/>
            <a:chOff x="5018259" y="3679825"/>
            <a:chExt cx="1671418" cy="1472243"/>
          </a:xfrm>
        </p:grpSpPr>
        <p:sp>
          <p:nvSpPr>
            <p:cNvPr id="68" name="Oval 2"/>
            <p:cNvSpPr>
              <a:spLocks noChangeArrowheads="1"/>
            </p:cNvSpPr>
            <p:nvPr/>
          </p:nvSpPr>
          <p:spPr bwMode="auto">
            <a:xfrm>
              <a:off x="5318077" y="3679825"/>
              <a:ext cx="1371600" cy="1295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cs typeface="Arial" panose="020B0604020202020204" pitchFamily="34" charset="0"/>
              </a:endParaRPr>
            </a:p>
          </p:txBody>
        </p:sp>
        <p:graphicFrame>
          <p:nvGraphicFramePr>
            <p:cNvPr id="69" name="Object 4"/>
            <p:cNvGraphicFramePr>
              <a:graphicFrameLocks noGrp="1" noChangeAspect="1"/>
            </p:cNvGraphicFramePr>
            <p:nvPr>
              <p:ph sz="quarter" idx="1"/>
            </p:nvPr>
          </p:nvGraphicFramePr>
          <p:xfrm>
            <a:off x="5018259" y="4564692"/>
            <a:ext cx="350838" cy="587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957" imgH="190335" progId="Equation.3">
                    <p:embed/>
                  </p:oleObj>
                </mc:Choice>
                <mc:Fallback>
                  <p:oleObj name="Equation" r:id="rId2" imgW="164957" imgH="190335" progId="Equation.3">
                    <p:embed/>
                    <p:pic>
                      <p:nvPicPr>
                        <p:cNvPr id="69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8259" y="4564692"/>
                          <a:ext cx="350838" cy="587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5"/>
            <p:cNvGraphicFramePr>
              <a:graphicFrameLocks noChangeAspect="1"/>
            </p:cNvGraphicFramePr>
            <p:nvPr/>
          </p:nvGraphicFramePr>
          <p:xfrm>
            <a:off x="5622877" y="4237038"/>
            <a:ext cx="442913" cy="614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268" imgH="203024" progId="Equation.3">
                    <p:embed/>
                  </p:oleObj>
                </mc:Choice>
                <mc:Fallback>
                  <p:oleObj name="Equation" r:id="rId2" imgW="152268" imgH="203024" progId="Equation.3">
                    <p:embed/>
                    <p:pic>
                      <p:nvPicPr>
                        <p:cNvPr id="7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2877" y="4237038"/>
                          <a:ext cx="442913" cy="614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" name="Line 6"/>
            <p:cNvSpPr>
              <a:spLocks noChangeShapeType="1"/>
            </p:cNvSpPr>
            <p:nvPr/>
          </p:nvSpPr>
          <p:spPr bwMode="auto">
            <a:xfrm>
              <a:off x="6003877" y="3679825"/>
              <a:ext cx="0" cy="12954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4979729" y="3210072"/>
            <a:ext cx="639135" cy="493834"/>
            <a:chOff x="4933902" y="3679825"/>
            <a:chExt cx="1755775" cy="1295400"/>
          </a:xfrm>
        </p:grpSpPr>
        <p:sp>
          <p:nvSpPr>
            <p:cNvPr id="73" name="Oval 2"/>
            <p:cNvSpPr>
              <a:spLocks noChangeArrowheads="1"/>
            </p:cNvSpPr>
            <p:nvPr/>
          </p:nvSpPr>
          <p:spPr bwMode="auto">
            <a:xfrm>
              <a:off x="5318077" y="3679825"/>
              <a:ext cx="1371600" cy="1295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cs typeface="Arial" panose="020B0604020202020204" pitchFamily="34" charset="0"/>
              </a:endParaRPr>
            </a:p>
          </p:txBody>
        </p:sp>
        <p:graphicFrame>
          <p:nvGraphicFramePr>
            <p:cNvPr id="74" name="Object 4"/>
            <p:cNvGraphicFramePr>
              <a:graphicFrameLocks noGrp="1" noChangeAspect="1"/>
            </p:cNvGraphicFramePr>
            <p:nvPr>
              <p:ph sz="quarter" idx="1"/>
            </p:nvPr>
          </p:nvGraphicFramePr>
          <p:xfrm>
            <a:off x="4933902" y="4376738"/>
            <a:ext cx="350838" cy="587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957" imgH="190335" progId="Equation.3">
                    <p:embed/>
                  </p:oleObj>
                </mc:Choice>
                <mc:Fallback>
                  <p:oleObj name="Equation" r:id="rId2" imgW="164957" imgH="190335" progId="Equation.3">
                    <p:embed/>
                    <p:pic>
                      <p:nvPicPr>
                        <p:cNvPr id="7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3902" y="4376738"/>
                          <a:ext cx="350838" cy="587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" name="Object 5"/>
            <p:cNvGraphicFramePr>
              <a:graphicFrameLocks noChangeAspect="1"/>
            </p:cNvGraphicFramePr>
            <p:nvPr/>
          </p:nvGraphicFramePr>
          <p:xfrm>
            <a:off x="5622877" y="4237038"/>
            <a:ext cx="442913" cy="614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268" imgH="203024" progId="Equation.3">
                    <p:embed/>
                  </p:oleObj>
                </mc:Choice>
                <mc:Fallback>
                  <p:oleObj name="Equation" r:id="rId2" imgW="152268" imgH="203024" progId="Equation.3">
                    <p:embed/>
                    <p:pic>
                      <p:nvPicPr>
                        <p:cNvPr id="7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2877" y="4237038"/>
                          <a:ext cx="442913" cy="614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" name="Line 6"/>
            <p:cNvSpPr>
              <a:spLocks noChangeShapeType="1"/>
            </p:cNvSpPr>
            <p:nvPr/>
          </p:nvSpPr>
          <p:spPr bwMode="auto">
            <a:xfrm>
              <a:off x="6003877" y="3679825"/>
              <a:ext cx="0" cy="12954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3107171" y="2235573"/>
            <a:ext cx="577719" cy="586414"/>
            <a:chOff x="5102616" y="3436971"/>
            <a:chExt cx="1587061" cy="1538254"/>
          </a:xfrm>
        </p:grpSpPr>
        <p:sp>
          <p:nvSpPr>
            <p:cNvPr id="78" name="Oval 2"/>
            <p:cNvSpPr>
              <a:spLocks noChangeArrowheads="1"/>
            </p:cNvSpPr>
            <p:nvPr/>
          </p:nvSpPr>
          <p:spPr bwMode="auto">
            <a:xfrm>
              <a:off x="5318077" y="3679825"/>
              <a:ext cx="1371600" cy="1295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cs typeface="Arial" panose="020B0604020202020204" pitchFamily="34" charset="0"/>
              </a:endParaRPr>
            </a:p>
          </p:txBody>
        </p:sp>
        <p:graphicFrame>
          <p:nvGraphicFramePr>
            <p:cNvPr id="79" name="Object 4"/>
            <p:cNvGraphicFramePr>
              <a:graphicFrameLocks noGrp="1" noChangeAspect="1"/>
            </p:cNvGraphicFramePr>
            <p:nvPr>
              <p:ph sz="quarter" idx="1"/>
            </p:nvPr>
          </p:nvGraphicFramePr>
          <p:xfrm>
            <a:off x="5102616" y="3436971"/>
            <a:ext cx="350838" cy="587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957" imgH="190335" progId="Equation.3">
                    <p:embed/>
                  </p:oleObj>
                </mc:Choice>
                <mc:Fallback>
                  <p:oleObj name="Equation" r:id="rId2" imgW="164957" imgH="190335" progId="Equation.3">
                    <p:embed/>
                    <p:pic>
                      <p:nvPicPr>
                        <p:cNvPr id="79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2616" y="3436971"/>
                          <a:ext cx="350838" cy="587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Object 5"/>
            <p:cNvGraphicFramePr>
              <a:graphicFrameLocks noChangeAspect="1"/>
            </p:cNvGraphicFramePr>
            <p:nvPr/>
          </p:nvGraphicFramePr>
          <p:xfrm>
            <a:off x="5622877" y="4237038"/>
            <a:ext cx="442913" cy="614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268" imgH="203024" progId="Equation.3">
                    <p:embed/>
                  </p:oleObj>
                </mc:Choice>
                <mc:Fallback>
                  <p:oleObj name="Equation" r:id="rId2" imgW="152268" imgH="203024" progId="Equation.3">
                    <p:embed/>
                    <p:pic>
                      <p:nvPicPr>
                        <p:cNvPr id="8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2877" y="4237038"/>
                          <a:ext cx="442913" cy="614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" name="Line 6"/>
            <p:cNvSpPr>
              <a:spLocks noChangeShapeType="1"/>
            </p:cNvSpPr>
            <p:nvPr/>
          </p:nvSpPr>
          <p:spPr bwMode="auto">
            <a:xfrm>
              <a:off x="6003877" y="3679825"/>
              <a:ext cx="0" cy="12954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979729" y="4048572"/>
            <a:ext cx="639135" cy="493834"/>
            <a:chOff x="4933902" y="3679825"/>
            <a:chExt cx="1755775" cy="1295400"/>
          </a:xfrm>
        </p:grpSpPr>
        <p:sp>
          <p:nvSpPr>
            <p:cNvPr id="83" name="Oval 2"/>
            <p:cNvSpPr>
              <a:spLocks noChangeArrowheads="1"/>
            </p:cNvSpPr>
            <p:nvPr/>
          </p:nvSpPr>
          <p:spPr bwMode="auto">
            <a:xfrm>
              <a:off x="5318077" y="3679825"/>
              <a:ext cx="1371600" cy="1295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cs typeface="Arial" panose="020B0604020202020204" pitchFamily="34" charset="0"/>
              </a:endParaRPr>
            </a:p>
          </p:txBody>
        </p:sp>
        <p:graphicFrame>
          <p:nvGraphicFramePr>
            <p:cNvPr id="84" name="Object 4"/>
            <p:cNvGraphicFramePr>
              <a:graphicFrameLocks noGrp="1" noChangeAspect="1"/>
            </p:cNvGraphicFramePr>
            <p:nvPr>
              <p:ph sz="quarter" idx="1"/>
            </p:nvPr>
          </p:nvGraphicFramePr>
          <p:xfrm>
            <a:off x="4933902" y="4376738"/>
            <a:ext cx="350838" cy="587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957" imgH="190335" progId="Equation.3">
                    <p:embed/>
                  </p:oleObj>
                </mc:Choice>
                <mc:Fallback>
                  <p:oleObj name="Equation" r:id="rId2" imgW="164957" imgH="190335" progId="Equation.3">
                    <p:embed/>
                    <p:pic>
                      <p:nvPicPr>
                        <p:cNvPr id="8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3902" y="4376738"/>
                          <a:ext cx="350838" cy="587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" name="Object 5"/>
            <p:cNvGraphicFramePr>
              <a:graphicFrameLocks noChangeAspect="1"/>
            </p:cNvGraphicFramePr>
            <p:nvPr/>
          </p:nvGraphicFramePr>
          <p:xfrm>
            <a:off x="5622877" y="4237038"/>
            <a:ext cx="442913" cy="614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268" imgH="203024" progId="Equation.3">
                    <p:embed/>
                  </p:oleObj>
                </mc:Choice>
                <mc:Fallback>
                  <p:oleObj name="Equation" r:id="rId2" imgW="152268" imgH="203024" progId="Equation.3">
                    <p:embed/>
                    <p:pic>
                      <p:nvPicPr>
                        <p:cNvPr id="8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2877" y="4237038"/>
                          <a:ext cx="442913" cy="614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6" name="Line 6"/>
            <p:cNvSpPr>
              <a:spLocks noChangeShapeType="1"/>
            </p:cNvSpPr>
            <p:nvPr/>
          </p:nvSpPr>
          <p:spPr bwMode="auto">
            <a:xfrm>
              <a:off x="6003877" y="3679825"/>
              <a:ext cx="0" cy="12954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cxnSp>
        <p:nvCxnSpPr>
          <p:cNvPr id="88" name="Straight Arrow Connector 87"/>
          <p:cNvCxnSpPr>
            <a:stCxn id="5" idx="6"/>
            <a:endCxn id="63" idx="1"/>
          </p:cNvCxnSpPr>
          <p:nvPr/>
        </p:nvCxnSpPr>
        <p:spPr>
          <a:xfrm>
            <a:off x="2118816" y="2594781"/>
            <a:ext cx="1160381" cy="72284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5" idx="6"/>
            <a:endCxn id="68" idx="1"/>
          </p:cNvCxnSpPr>
          <p:nvPr/>
        </p:nvCxnSpPr>
        <p:spPr>
          <a:xfrm>
            <a:off x="2118816" y="2594781"/>
            <a:ext cx="1172228" cy="155455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6" idx="6"/>
          </p:cNvCxnSpPr>
          <p:nvPr/>
        </p:nvCxnSpPr>
        <p:spPr>
          <a:xfrm flipV="1">
            <a:off x="2134169" y="2688576"/>
            <a:ext cx="1059773" cy="799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6" idx="6"/>
            <a:endCxn id="63" idx="2"/>
          </p:cNvCxnSpPr>
          <p:nvPr/>
        </p:nvCxnSpPr>
        <p:spPr>
          <a:xfrm>
            <a:off x="2134169" y="3488363"/>
            <a:ext cx="1071909" cy="3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6" idx="6"/>
            <a:endCxn id="68" idx="2"/>
          </p:cNvCxnSpPr>
          <p:nvPr/>
        </p:nvCxnSpPr>
        <p:spPr>
          <a:xfrm>
            <a:off x="2134169" y="3488362"/>
            <a:ext cx="1083756" cy="835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stCxn id="13" idx="6"/>
            <a:endCxn id="78" idx="3"/>
          </p:cNvCxnSpPr>
          <p:nvPr/>
        </p:nvCxnSpPr>
        <p:spPr>
          <a:xfrm flipV="1">
            <a:off x="2159758" y="2749672"/>
            <a:ext cx="1098968" cy="1546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13" idx="6"/>
            <a:endCxn id="63" idx="3"/>
          </p:cNvCxnSpPr>
          <p:nvPr/>
        </p:nvCxnSpPr>
        <p:spPr>
          <a:xfrm flipV="1">
            <a:off x="2159759" y="3666820"/>
            <a:ext cx="1119438" cy="629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13" idx="6"/>
          </p:cNvCxnSpPr>
          <p:nvPr/>
        </p:nvCxnSpPr>
        <p:spPr>
          <a:xfrm>
            <a:off x="2159759" y="4296473"/>
            <a:ext cx="1044584" cy="119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78" idx="6"/>
          </p:cNvCxnSpPr>
          <p:nvPr/>
        </p:nvCxnSpPr>
        <p:spPr>
          <a:xfrm>
            <a:off x="3684890" y="2575070"/>
            <a:ext cx="1434686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78" idx="6"/>
            <a:endCxn id="73" idx="2"/>
          </p:cNvCxnSpPr>
          <p:nvPr/>
        </p:nvCxnSpPr>
        <p:spPr>
          <a:xfrm>
            <a:off x="3684890" y="2575071"/>
            <a:ext cx="1434686" cy="88191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stCxn id="78" idx="6"/>
            <a:endCxn id="83" idx="2"/>
          </p:cNvCxnSpPr>
          <p:nvPr/>
        </p:nvCxnSpPr>
        <p:spPr>
          <a:xfrm>
            <a:off x="3684890" y="2575071"/>
            <a:ext cx="1434686" cy="172041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63" idx="6"/>
            <a:endCxn id="51" idx="2"/>
          </p:cNvCxnSpPr>
          <p:nvPr/>
        </p:nvCxnSpPr>
        <p:spPr>
          <a:xfrm flipV="1">
            <a:off x="3705363" y="2642170"/>
            <a:ext cx="1386544" cy="850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63" idx="6"/>
            <a:endCxn id="73" idx="2"/>
          </p:cNvCxnSpPr>
          <p:nvPr/>
        </p:nvCxnSpPr>
        <p:spPr>
          <a:xfrm flipV="1">
            <a:off x="3705362" y="3456988"/>
            <a:ext cx="1414214" cy="35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stCxn id="63" idx="6"/>
            <a:endCxn id="83" idx="2"/>
          </p:cNvCxnSpPr>
          <p:nvPr/>
        </p:nvCxnSpPr>
        <p:spPr>
          <a:xfrm>
            <a:off x="3705362" y="3492222"/>
            <a:ext cx="1414214" cy="803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68" idx="6"/>
            <a:endCxn id="51" idx="3"/>
          </p:cNvCxnSpPr>
          <p:nvPr/>
        </p:nvCxnSpPr>
        <p:spPr>
          <a:xfrm flipV="1">
            <a:off x="3717210" y="2816767"/>
            <a:ext cx="1447815" cy="15071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stCxn id="68" idx="6"/>
            <a:endCxn id="73" idx="3"/>
          </p:cNvCxnSpPr>
          <p:nvPr/>
        </p:nvCxnSpPr>
        <p:spPr>
          <a:xfrm flipV="1">
            <a:off x="3717210" y="3631585"/>
            <a:ext cx="1475485" cy="692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68" idx="6"/>
            <a:endCxn id="83" idx="2"/>
          </p:cNvCxnSpPr>
          <p:nvPr/>
        </p:nvCxnSpPr>
        <p:spPr>
          <a:xfrm flipV="1">
            <a:off x="3717210" y="4295489"/>
            <a:ext cx="1402366" cy="284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4208972" y="2289194"/>
            <a:ext cx="4449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V</a:t>
            </a:r>
            <a:r>
              <a:rPr lang="en-US" sz="1350" baseline="-25000" dirty="0"/>
              <a:t>11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283473" y="3790792"/>
            <a:ext cx="4449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n</a:t>
            </a:r>
          </a:p>
        </p:txBody>
      </p:sp>
      <p:cxnSp>
        <p:nvCxnSpPr>
          <p:cNvPr id="145" name="Straight Connector 144"/>
          <p:cNvCxnSpPr>
            <a:stCxn id="51" idx="6"/>
          </p:cNvCxnSpPr>
          <p:nvPr/>
        </p:nvCxnSpPr>
        <p:spPr>
          <a:xfrm flipV="1">
            <a:off x="5591194" y="2641545"/>
            <a:ext cx="765251" cy="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>
            <a:stCxn id="73" idx="6"/>
          </p:cNvCxnSpPr>
          <p:nvPr/>
        </p:nvCxnSpPr>
        <p:spPr>
          <a:xfrm flipV="1">
            <a:off x="5618863" y="3435279"/>
            <a:ext cx="811328" cy="21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83" idx="6"/>
          </p:cNvCxnSpPr>
          <p:nvPr/>
        </p:nvCxnSpPr>
        <p:spPr>
          <a:xfrm flipV="1">
            <a:off x="5618863" y="4289439"/>
            <a:ext cx="737582" cy="6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5795291" y="2364545"/>
            <a:ext cx="4449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o1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831825" y="3164948"/>
            <a:ext cx="4449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o2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826227" y="3983993"/>
            <a:ext cx="4449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o3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412510" y="2406566"/>
            <a:ext cx="4449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413630" y="3369453"/>
            <a:ext cx="4449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445031" y="4209408"/>
            <a:ext cx="4449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89EFB06-900D-4FE6-80ED-3EB45CC99537}"/>
              </a:ext>
            </a:extLst>
          </p:cNvPr>
          <p:cNvSpPr txBox="1"/>
          <p:nvPr/>
        </p:nvSpPr>
        <p:spPr>
          <a:xfrm>
            <a:off x="4061528" y="2676557"/>
            <a:ext cx="4449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V</a:t>
            </a:r>
            <a:r>
              <a:rPr lang="en-US" sz="1350" baseline="-25000" dirty="0"/>
              <a:t>12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256C2A5-9E86-4785-8109-240F73F9D594}"/>
              </a:ext>
            </a:extLst>
          </p:cNvPr>
          <p:cNvSpPr txBox="1"/>
          <p:nvPr/>
        </p:nvSpPr>
        <p:spPr>
          <a:xfrm>
            <a:off x="3712023" y="2755235"/>
            <a:ext cx="44492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V</a:t>
            </a:r>
            <a:r>
              <a:rPr lang="en-US" sz="1350" baseline="-25000" dirty="0"/>
              <a:t>13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7151C24-BF49-49F9-80D5-F4E1208CEB6D}"/>
              </a:ext>
            </a:extLst>
          </p:cNvPr>
          <p:cNvSpPr txBox="1"/>
          <p:nvPr/>
        </p:nvSpPr>
        <p:spPr>
          <a:xfrm>
            <a:off x="2435380" y="2312448"/>
            <a:ext cx="50711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W</a:t>
            </a:r>
            <a:r>
              <a:rPr lang="en-US" sz="1350" baseline="-25000" dirty="0"/>
              <a:t>11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504D257-316B-40C4-AF84-04A8C1960DC6}"/>
              </a:ext>
            </a:extLst>
          </p:cNvPr>
          <p:cNvSpPr txBox="1"/>
          <p:nvPr/>
        </p:nvSpPr>
        <p:spPr>
          <a:xfrm>
            <a:off x="2446121" y="2649176"/>
            <a:ext cx="5952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W</a:t>
            </a:r>
            <a:r>
              <a:rPr lang="en-US" sz="1350" baseline="-25000" dirty="0"/>
              <a:t>12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830317C-D348-4B93-9D2F-49210FF510AF}"/>
              </a:ext>
            </a:extLst>
          </p:cNvPr>
          <p:cNvSpPr txBox="1"/>
          <p:nvPr/>
        </p:nvSpPr>
        <p:spPr>
          <a:xfrm>
            <a:off x="2030060" y="2772892"/>
            <a:ext cx="5340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W</a:t>
            </a:r>
            <a:r>
              <a:rPr lang="en-US" sz="1350" baseline="-2500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459745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ANNs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764" y="1283746"/>
            <a:ext cx="7886700" cy="3263504"/>
          </a:xfrm>
        </p:spPr>
        <p:txBody>
          <a:bodyPr>
            <a:normAutofit/>
          </a:bodyPr>
          <a:lstStyle/>
          <a:p>
            <a:r>
              <a:rPr lang="en-US" dirty="0"/>
              <a:t>FFBP Learning (assume </a:t>
            </a:r>
            <a:r>
              <a:rPr lang="en-US" b="1" dirty="0">
                <a:solidFill>
                  <a:srgbClr val="FF0000"/>
                </a:solidFill>
              </a:rPr>
              <a:t>m</a:t>
            </a:r>
            <a:r>
              <a:rPr lang="en-US" dirty="0"/>
              <a:t> is number of inputs, </a:t>
            </a:r>
            <a:r>
              <a:rPr lang="en-US" b="1" dirty="0">
                <a:solidFill>
                  <a:srgbClr val="FF0000"/>
                </a:solidFill>
              </a:rPr>
              <a:t>J</a:t>
            </a:r>
            <a:r>
              <a:rPr lang="en-US" dirty="0"/>
              <a:t> is the number of hidden neurons , </a:t>
            </a:r>
            <a:r>
              <a:rPr lang="en-US" b="1" dirty="0">
                <a:solidFill>
                  <a:srgbClr val="FF0000"/>
                </a:solidFill>
              </a:rPr>
              <a:t>K </a:t>
            </a:r>
            <a:r>
              <a:rPr lang="en-US" dirty="0"/>
              <a:t>is the number of output layer neurons)</a:t>
            </a:r>
          </a:p>
        </p:txBody>
      </p:sp>
    </p:spTree>
    <p:extLst>
      <p:ext uri="{BB962C8B-B14F-4D97-AF65-F5344CB8AC3E}">
        <p14:creationId xmlns:p14="http://schemas.microsoft.com/office/powerpoint/2010/main" val="2072360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ANNs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2561" y="1110069"/>
            <a:ext cx="4863436" cy="1107996"/>
          </a:xfrm>
        </p:spPr>
        <p:txBody>
          <a:bodyPr/>
          <a:lstStyle/>
          <a:p>
            <a:r>
              <a:rPr lang="en-US" dirty="0"/>
              <a:t>Step 1: select random weights </a:t>
            </a:r>
          </a:p>
          <a:p>
            <a:r>
              <a:rPr lang="en-US" dirty="0"/>
              <a:t>Step 2: input the first input pattern [x1, x2, …, x</a:t>
            </a:r>
            <a:r>
              <a:rPr lang="en-US" baseline="-25000" dirty="0"/>
              <a:t>m</a:t>
            </a:r>
            <a:r>
              <a:rPr lang="en-US" dirty="0"/>
              <a:t>] </a:t>
            </a:r>
          </a:p>
          <a:p>
            <a:r>
              <a:rPr lang="en-US" dirty="0"/>
              <a:t>Step 3: find the values from the hidden layer. </a:t>
            </a:r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4EA1ACB-4C32-4060-8EE6-F31F7EC2D2D6}"/>
              </a:ext>
            </a:extLst>
          </p:cNvPr>
          <p:cNvGrpSpPr/>
          <p:nvPr/>
        </p:nvGrpSpPr>
        <p:grpSpPr>
          <a:xfrm>
            <a:off x="152400" y="2391742"/>
            <a:ext cx="4953000" cy="2514600"/>
            <a:chOff x="1555846" y="1837071"/>
            <a:chExt cx="4874345" cy="280119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E043E4A-9E2C-48AC-8D9A-E9F4E0C5BDAA}"/>
                </a:ext>
              </a:extLst>
            </p:cNvPr>
            <p:cNvSpPr/>
            <p:nvPr/>
          </p:nvSpPr>
          <p:spPr>
            <a:xfrm>
              <a:off x="1688911" y="2344003"/>
              <a:ext cx="429905" cy="5015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C5CE635-1C53-4688-BADD-B033B3274818}"/>
                </a:ext>
              </a:extLst>
            </p:cNvPr>
            <p:cNvSpPr/>
            <p:nvPr/>
          </p:nvSpPr>
          <p:spPr>
            <a:xfrm>
              <a:off x="1673557" y="3237585"/>
              <a:ext cx="460612" cy="5015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6E029EB-23FE-4FAA-8D96-5B94D3D56012}"/>
                </a:ext>
              </a:extLst>
            </p:cNvPr>
            <p:cNvSpPr/>
            <p:nvPr/>
          </p:nvSpPr>
          <p:spPr>
            <a:xfrm>
              <a:off x="1688911" y="4030341"/>
              <a:ext cx="470848" cy="5322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34C7222-7FFB-47BD-89ED-BB9703010959}"/>
                </a:ext>
              </a:extLst>
            </p:cNvPr>
            <p:cNvSpPr txBox="1"/>
            <p:nvPr/>
          </p:nvSpPr>
          <p:spPr>
            <a:xfrm>
              <a:off x="1555846" y="1914098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Input layer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3D3C393-8EFA-49E2-9F5D-48877FF06FD9}"/>
                </a:ext>
              </a:extLst>
            </p:cNvPr>
            <p:cNvSpPr txBox="1"/>
            <p:nvPr/>
          </p:nvSpPr>
          <p:spPr>
            <a:xfrm>
              <a:off x="2983742" y="1877904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Hidden layer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450474-A6C0-45BD-9BDD-C8975A6A5ED2}"/>
                </a:ext>
              </a:extLst>
            </p:cNvPr>
            <p:cNvSpPr txBox="1"/>
            <p:nvPr/>
          </p:nvSpPr>
          <p:spPr>
            <a:xfrm>
              <a:off x="4690604" y="1837071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output layer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2E2455-9A99-40CF-B9EF-8160713C3195}"/>
                </a:ext>
              </a:extLst>
            </p:cNvPr>
            <p:cNvCxnSpPr>
              <a:stCxn id="6" idx="6"/>
            </p:cNvCxnSpPr>
            <p:nvPr/>
          </p:nvCxnSpPr>
          <p:spPr>
            <a:xfrm flipV="1">
              <a:off x="2118815" y="2575075"/>
              <a:ext cx="1060260" cy="1970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362D697-E169-490C-8632-93DA87AA3B61}"/>
                </a:ext>
              </a:extLst>
            </p:cNvPr>
            <p:cNvGrpSpPr/>
            <p:nvPr/>
          </p:nvGrpSpPr>
          <p:grpSpPr>
            <a:xfrm>
              <a:off x="4952059" y="2395254"/>
              <a:ext cx="639135" cy="493834"/>
              <a:chOff x="4933902" y="3679825"/>
              <a:chExt cx="1755775" cy="1295400"/>
            </a:xfrm>
          </p:grpSpPr>
          <p:sp>
            <p:nvSpPr>
              <p:cNvPr id="72" name="Oval 2">
                <a:extLst>
                  <a:ext uri="{FF2B5EF4-FFF2-40B4-BE49-F238E27FC236}">
                    <a16:creationId xmlns:a16="http://schemas.microsoft.com/office/drawing/2014/main" id="{68BE8910-C322-4DAD-8A66-A098BD3A32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73" name="Object 4">
                <a:extLst>
                  <a:ext uri="{FF2B5EF4-FFF2-40B4-BE49-F238E27FC236}">
                    <a16:creationId xmlns:a16="http://schemas.microsoft.com/office/drawing/2014/main" id="{5DAEB27C-F54F-479E-B2F4-30874524D8E0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73" name="Object 4">
                            <a:extLst>
                              <a:ext uri="{FF2B5EF4-FFF2-40B4-BE49-F238E27FC236}">
                                <a16:creationId xmlns:a16="http://schemas.microsoft.com/office/drawing/2014/main" id="{5DAEB27C-F54F-479E-B2F4-30874524D8E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4" name="Object 5">
                <a:extLst>
                  <a:ext uri="{FF2B5EF4-FFF2-40B4-BE49-F238E27FC236}">
                    <a16:creationId xmlns:a16="http://schemas.microsoft.com/office/drawing/2014/main" id="{7196DDB8-1D54-4CD8-9498-2C1563E35AE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74" name="Object 5">
                            <a:extLst>
                              <a:ext uri="{FF2B5EF4-FFF2-40B4-BE49-F238E27FC236}">
                                <a16:creationId xmlns:a16="http://schemas.microsoft.com/office/drawing/2014/main" id="{7196DDB8-1D54-4CD8-9498-2C1563E35AE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5" name="Line 6">
                <a:extLst>
                  <a:ext uri="{FF2B5EF4-FFF2-40B4-BE49-F238E27FC236}">
                    <a16:creationId xmlns:a16="http://schemas.microsoft.com/office/drawing/2014/main" id="{52EFDF0F-74ED-467E-B3D4-41C8D3DDBF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8521131-19BE-46BD-A7E7-0A71850C23FA}"/>
                </a:ext>
              </a:extLst>
            </p:cNvPr>
            <p:cNvGrpSpPr/>
            <p:nvPr/>
          </p:nvGrpSpPr>
          <p:grpSpPr>
            <a:xfrm>
              <a:off x="3107171" y="3162963"/>
              <a:ext cx="598191" cy="576176"/>
              <a:chOff x="5046378" y="3463829"/>
              <a:chExt cx="1643299" cy="1511396"/>
            </a:xfrm>
          </p:grpSpPr>
          <p:sp>
            <p:nvSpPr>
              <p:cNvPr id="68" name="Oval 2">
                <a:extLst>
                  <a:ext uri="{FF2B5EF4-FFF2-40B4-BE49-F238E27FC236}">
                    <a16:creationId xmlns:a16="http://schemas.microsoft.com/office/drawing/2014/main" id="{C2258833-A8F0-4826-B863-75BDD0F51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9" name="Object 4">
                <a:extLst>
                  <a:ext uri="{FF2B5EF4-FFF2-40B4-BE49-F238E27FC236}">
                    <a16:creationId xmlns:a16="http://schemas.microsoft.com/office/drawing/2014/main" id="{949C5572-2A7D-4271-9209-83889504B822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046378" y="3463829"/>
              <a:ext cx="350838" cy="587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69" name="Object 4">
                            <a:extLst>
                              <a:ext uri="{FF2B5EF4-FFF2-40B4-BE49-F238E27FC236}">
                                <a16:creationId xmlns:a16="http://schemas.microsoft.com/office/drawing/2014/main" id="{949C5572-2A7D-4271-9209-83889504B82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6378" y="3463829"/>
                            <a:ext cx="350838" cy="587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0" name="Object 5">
                <a:extLst>
                  <a:ext uri="{FF2B5EF4-FFF2-40B4-BE49-F238E27FC236}">
                    <a16:creationId xmlns:a16="http://schemas.microsoft.com/office/drawing/2014/main" id="{7FA29FE0-C0FD-484A-A306-517B365EB83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70" name="Object 5">
                            <a:extLst>
                              <a:ext uri="{FF2B5EF4-FFF2-40B4-BE49-F238E27FC236}">
                                <a16:creationId xmlns:a16="http://schemas.microsoft.com/office/drawing/2014/main" id="{7FA29FE0-C0FD-484A-A306-517B365EB83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1" name="Line 6">
                <a:extLst>
                  <a:ext uri="{FF2B5EF4-FFF2-40B4-BE49-F238E27FC236}">
                    <a16:creationId xmlns:a16="http://schemas.microsoft.com/office/drawing/2014/main" id="{76CFCFFC-B827-4162-AF57-1E8CCFB00B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441E7C5-3C2E-47B7-A769-65663DBAF588}"/>
                </a:ext>
              </a:extLst>
            </p:cNvPr>
            <p:cNvGrpSpPr/>
            <p:nvPr/>
          </p:nvGrpSpPr>
          <p:grpSpPr>
            <a:xfrm>
              <a:off x="3108783" y="4077018"/>
              <a:ext cx="608427" cy="561250"/>
              <a:chOff x="5018259" y="3679825"/>
              <a:chExt cx="1671418" cy="1472243"/>
            </a:xfrm>
          </p:grpSpPr>
          <p:sp>
            <p:nvSpPr>
              <p:cNvPr id="64" name="Oval 2">
                <a:extLst>
                  <a:ext uri="{FF2B5EF4-FFF2-40B4-BE49-F238E27FC236}">
                    <a16:creationId xmlns:a16="http://schemas.microsoft.com/office/drawing/2014/main" id="{96F6D911-2F48-41B9-8937-F59400525D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5" name="Object 4">
                <a:extLst>
                  <a:ext uri="{FF2B5EF4-FFF2-40B4-BE49-F238E27FC236}">
                    <a16:creationId xmlns:a16="http://schemas.microsoft.com/office/drawing/2014/main" id="{EB414D14-56E4-449A-A121-410C3BAE55A3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018259" y="4564692"/>
              <a:ext cx="350838" cy="587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65" name="Object 4">
                            <a:extLst>
                              <a:ext uri="{FF2B5EF4-FFF2-40B4-BE49-F238E27FC236}">
                                <a16:creationId xmlns:a16="http://schemas.microsoft.com/office/drawing/2014/main" id="{EB414D14-56E4-449A-A121-410C3BAE55A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18259" y="4564692"/>
                            <a:ext cx="350838" cy="587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6" name="Object 5">
                <a:extLst>
                  <a:ext uri="{FF2B5EF4-FFF2-40B4-BE49-F238E27FC236}">
                    <a16:creationId xmlns:a16="http://schemas.microsoft.com/office/drawing/2014/main" id="{EDDF32BE-6CBC-44AF-8547-4EF18824740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66" name="Object 5">
                            <a:extLst>
                              <a:ext uri="{FF2B5EF4-FFF2-40B4-BE49-F238E27FC236}">
                                <a16:creationId xmlns:a16="http://schemas.microsoft.com/office/drawing/2014/main" id="{EDDF32BE-6CBC-44AF-8547-4EF18824740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7" name="Line 6">
                <a:extLst>
                  <a:ext uri="{FF2B5EF4-FFF2-40B4-BE49-F238E27FC236}">
                    <a16:creationId xmlns:a16="http://schemas.microsoft.com/office/drawing/2014/main" id="{9BD4AF57-B224-4A94-B119-40DB756D9C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8C0E884-6FAE-49F8-950E-E52353324B61}"/>
                </a:ext>
              </a:extLst>
            </p:cNvPr>
            <p:cNvGrpSpPr/>
            <p:nvPr/>
          </p:nvGrpSpPr>
          <p:grpSpPr>
            <a:xfrm>
              <a:off x="4979729" y="3210072"/>
              <a:ext cx="639135" cy="493834"/>
              <a:chOff x="4933902" y="3679825"/>
              <a:chExt cx="1755775" cy="1295400"/>
            </a:xfrm>
          </p:grpSpPr>
          <p:sp>
            <p:nvSpPr>
              <p:cNvPr id="60" name="Oval 2">
                <a:extLst>
                  <a:ext uri="{FF2B5EF4-FFF2-40B4-BE49-F238E27FC236}">
                    <a16:creationId xmlns:a16="http://schemas.microsoft.com/office/drawing/2014/main" id="{9DDB4073-21A3-44D4-8535-54FC771D5E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1" name="Object 4">
                <a:extLst>
                  <a:ext uri="{FF2B5EF4-FFF2-40B4-BE49-F238E27FC236}">
                    <a16:creationId xmlns:a16="http://schemas.microsoft.com/office/drawing/2014/main" id="{FBB20E71-23ED-4C3B-8FB0-A294838FBD50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61" name="Object 4">
                            <a:extLst>
                              <a:ext uri="{FF2B5EF4-FFF2-40B4-BE49-F238E27FC236}">
                                <a16:creationId xmlns:a16="http://schemas.microsoft.com/office/drawing/2014/main" id="{FBB20E71-23ED-4C3B-8FB0-A294838FBD5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" name="Object 5">
                <a:extLst>
                  <a:ext uri="{FF2B5EF4-FFF2-40B4-BE49-F238E27FC236}">
                    <a16:creationId xmlns:a16="http://schemas.microsoft.com/office/drawing/2014/main" id="{DDAA7A2A-4BF5-4096-A87D-E532C42FAF8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62" name="Object 5">
                            <a:extLst>
                              <a:ext uri="{FF2B5EF4-FFF2-40B4-BE49-F238E27FC236}">
                                <a16:creationId xmlns:a16="http://schemas.microsoft.com/office/drawing/2014/main" id="{DDAA7A2A-4BF5-4096-A87D-E532C42FAF8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3" name="Line 6">
                <a:extLst>
                  <a:ext uri="{FF2B5EF4-FFF2-40B4-BE49-F238E27FC236}">
                    <a16:creationId xmlns:a16="http://schemas.microsoft.com/office/drawing/2014/main" id="{88D7F265-42AD-4E02-85CD-30AB2F2646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98AD298-9F5D-416B-8F12-0E0E8E6A2DB3}"/>
                </a:ext>
              </a:extLst>
            </p:cNvPr>
            <p:cNvGrpSpPr/>
            <p:nvPr/>
          </p:nvGrpSpPr>
          <p:grpSpPr>
            <a:xfrm>
              <a:off x="3107171" y="2235573"/>
              <a:ext cx="577719" cy="586414"/>
              <a:chOff x="5102616" y="3436971"/>
              <a:chExt cx="1587061" cy="1538254"/>
            </a:xfrm>
          </p:grpSpPr>
          <p:sp>
            <p:nvSpPr>
              <p:cNvPr id="56" name="Oval 2">
                <a:extLst>
                  <a:ext uri="{FF2B5EF4-FFF2-40B4-BE49-F238E27FC236}">
                    <a16:creationId xmlns:a16="http://schemas.microsoft.com/office/drawing/2014/main" id="{323D4515-EF85-4A77-9A58-82477206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57" name="Object 4">
                <a:extLst>
                  <a:ext uri="{FF2B5EF4-FFF2-40B4-BE49-F238E27FC236}">
                    <a16:creationId xmlns:a16="http://schemas.microsoft.com/office/drawing/2014/main" id="{74F3C97D-F5B9-44F4-8CB2-798560D843A6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102616" y="3436971"/>
              <a:ext cx="350838" cy="5873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57" name="Object 4">
                            <a:extLst>
                              <a:ext uri="{FF2B5EF4-FFF2-40B4-BE49-F238E27FC236}">
                                <a16:creationId xmlns:a16="http://schemas.microsoft.com/office/drawing/2014/main" id="{74F3C97D-F5B9-44F4-8CB2-798560D843A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02616" y="3436971"/>
                            <a:ext cx="350838" cy="5873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8" name="Object 5">
                <a:extLst>
                  <a:ext uri="{FF2B5EF4-FFF2-40B4-BE49-F238E27FC236}">
                    <a16:creationId xmlns:a16="http://schemas.microsoft.com/office/drawing/2014/main" id="{A83BEF4A-BCD2-4C58-B5FE-BB94B3BF9BD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58" name="Object 5">
                            <a:extLst>
                              <a:ext uri="{FF2B5EF4-FFF2-40B4-BE49-F238E27FC236}">
                                <a16:creationId xmlns:a16="http://schemas.microsoft.com/office/drawing/2014/main" id="{A83BEF4A-BCD2-4C58-B5FE-BB94B3BF9BD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9" name="Line 6">
                <a:extLst>
                  <a:ext uri="{FF2B5EF4-FFF2-40B4-BE49-F238E27FC236}">
                    <a16:creationId xmlns:a16="http://schemas.microsoft.com/office/drawing/2014/main" id="{E6AD50F9-B51B-49A4-8FB0-EC9A54BFA4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9471C87-1520-4243-B3E6-C4B4763CCBAA}"/>
                </a:ext>
              </a:extLst>
            </p:cNvPr>
            <p:cNvGrpSpPr/>
            <p:nvPr/>
          </p:nvGrpSpPr>
          <p:grpSpPr>
            <a:xfrm>
              <a:off x="4979729" y="4048572"/>
              <a:ext cx="639135" cy="493834"/>
              <a:chOff x="4933902" y="3679825"/>
              <a:chExt cx="1755775" cy="1295400"/>
            </a:xfrm>
          </p:grpSpPr>
          <p:sp>
            <p:nvSpPr>
              <p:cNvPr id="52" name="Oval 2">
                <a:extLst>
                  <a:ext uri="{FF2B5EF4-FFF2-40B4-BE49-F238E27FC236}">
                    <a16:creationId xmlns:a16="http://schemas.microsoft.com/office/drawing/2014/main" id="{60048879-16F9-4017-BF74-523C4EBBD3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53" name="Object 4">
                <a:extLst>
                  <a:ext uri="{FF2B5EF4-FFF2-40B4-BE49-F238E27FC236}">
                    <a16:creationId xmlns:a16="http://schemas.microsoft.com/office/drawing/2014/main" id="{92E199DF-A2BF-497F-A491-F581409C49AA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53" name="Object 4">
                            <a:extLst>
                              <a:ext uri="{FF2B5EF4-FFF2-40B4-BE49-F238E27FC236}">
                                <a16:creationId xmlns:a16="http://schemas.microsoft.com/office/drawing/2014/main" id="{92E199DF-A2BF-497F-A491-F581409C49A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" name="Object 5">
                <a:extLst>
                  <a:ext uri="{FF2B5EF4-FFF2-40B4-BE49-F238E27FC236}">
                    <a16:creationId xmlns:a16="http://schemas.microsoft.com/office/drawing/2014/main" id="{A0236F1A-7B3F-449D-AE48-EC6169AC568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54" name="Object 5">
                            <a:extLst>
                              <a:ext uri="{FF2B5EF4-FFF2-40B4-BE49-F238E27FC236}">
                                <a16:creationId xmlns:a16="http://schemas.microsoft.com/office/drawing/2014/main" id="{A0236F1A-7B3F-449D-AE48-EC6169AC568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" name="Line 6">
                <a:extLst>
                  <a:ext uri="{FF2B5EF4-FFF2-40B4-BE49-F238E27FC236}">
                    <a16:creationId xmlns:a16="http://schemas.microsoft.com/office/drawing/2014/main" id="{800D70FA-A315-4C6B-926D-00B745D827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5A390FF-FFCA-427B-B554-720934B50080}"/>
                </a:ext>
              </a:extLst>
            </p:cNvPr>
            <p:cNvCxnSpPr>
              <a:stCxn id="6" idx="6"/>
              <a:endCxn id="68" idx="1"/>
            </p:cNvCxnSpPr>
            <p:nvPr/>
          </p:nvCxnSpPr>
          <p:spPr>
            <a:xfrm>
              <a:off x="2118816" y="2594781"/>
              <a:ext cx="1160381" cy="72284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E1F0460-5E4A-454C-BA21-7F62828E760D}"/>
                </a:ext>
              </a:extLst>
            </p:cNvPr>
            <p:cNvCxnSpPr>
              <a:stCxn id="6" idx="6"/>
              <a:endCxn id="64" idx="1"/>
            </p:cNvCxnSpPr>
            <p:nvPr/>
          </p:nvCxnSpPr>
          <p:spPr>
            <a:xfrm>
              <a:off x="2118816" y="2594781"/>
              <a:ext cx="1172228" cy="155455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879C6F2-5EF6-4329-92D2-93614795C50A}"/>
                </a:ext>
              </a:extLst>
            </p:cNvPr>
            <p:cNvCxnSpPr>
              <a:stCxn id="7" idx="6"/>
            </p:cNvCxnSpPr>
            <p:nvPr/>
          </p:nvCxnSpPr>
          <p:spPr>
            <a:xfrm flipV="1">
              <a:off x="2134169" y="2688576"/>
              <a:ext cx="1059773" cy="7997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EF990ED-D65B-4268-8C6B-6AD86C7409FE}"/>
                </a:ext>
              </a:extLst>
            </p:cNvPr>
            <p:cNvCxnSpPr>
              <a:stCxn id="7" idx="6"/>
              <a:endCxn id="68" idx="2"/>
            </p:cNvCxnSpPr>
            <p:nvPr/>
          </p:nvCxnSpPr>
          <p:spPr>
            <a:xfrm>
              <a:off x="2134169" y="3488363"/>
              <a:ext cx="1071909" cy="3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B0B6416-0B51-4079-BAAA-9E8775E80618}"/>
                </a:ext>
              </a:extLst>
            </p:cNvPr>
            <p:cNvCxnSpPr>
              <a:stCxn id="7" idx="6"/>
              <a:endCxn id="64" idx="2"/>
            </p:cNvCxnSpPr>
            <p:nvPr/>
          </p:nvCxnSpPr>
          <p:spPr>
            <a:xfrm>
              <a:off x="2134169" y="3488362"/>
              <a:ext cx="1083756" cy="8355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53E012F-9928-48B5-B6F2-C32E3828B39A}"/>
                </a:ext>
              </a:extLst>
            </p:cNvPr>
            <p:cNvCxnSpPr>
              <a:stCxn id="8" idx="6"/>
              <a:endCxn id="56" idx="3"/>
            </p:cNvCxnSpPr>
            <p:nvPr/>
          </p:nvCxnSpPr>
          <p:spPr>
            <a:xfrm flipV="1">
              <a:off x="2159758" y="2749672"/>
              <a:ext cx="1098968" cy="1546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928B03B-EF2C-4C9F-A835-AB6359AD74D9}"/>
                </a:ext>
              </a:extLst>
            </p:cNvPr>
            <p:cNvCxnSpPr>
              <a:stCxn id="8" idx="6"/>
              <a:endCxn id="68" idx="3"/>
            </p:cNvCxnSpPr>
            <p:nvPr/>
          </p:nvCxnSpPr>
          <p:spPr>
            <a:xfrm flipV="1">
              <a:off x="2159759" y="3666820"/>
              <a:ext cx="1119438" cy="6296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80412B7-6E0B-4AAA-AE44-CCE10F8D405B}"/>
                </a:ext>
              </a:extLst>
            </p:cNvPr>
            <p:cNvCxnSpPr>
              <a:stCxn id="8" idx="6"/>
            </p:cNvCxnSpPr>
            <p:nvPr/>
          </p:nvCxnSpPr>
          <p:spPr>
            <a:xfrm>
              <a:off x="2159759" y="4296473"/>
              <a:ext cx="1044584" cy="1194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7D5357C-91A4-45B2-ACA1-0A768A50E05B}"/>
                </a:ext>
              </a:extLst>
            </p:cNvPr>
            <p:cNvCxnSpPr>
              <a:stCxn id="56" idx="6"/>
            </p:cNvCxnSpPr>
            <p:nvPr/>
          </p:nvCxnSpPr>
          <p:spPr>
            <a:xfrm>
              <a:off x="3684890" y="2575070"/>
              <a:ext cx="1434686" cy="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BEABB89-FED7-41CC-94CD-262C00D653AB}"/>
                </a:ext>
              </a:extLst>
            </p:cNvPr>
            <p:cNvCxnSpPr>
              <a:stCxn id="56" idx="6"/>
              <a:endCxn id="60" idx="2"/>
            </p:cNvCxnSpPr>
            <p:nvPr/>
          </p:nvCxnSpPr>
          <p:spPr>
            <a:xfrm>
              <a:off x="3684890" y="2575071"/>
              <a:ext cx="1434686" cy="88191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C0E51FE-F5F8-4AA2-BEAA-A669134DACFB}"/>
                </a:ext>
              </a:extLst>
            </p:cNvPr>
            <p:cNvCxnSpPr>
              <a:stCxn id="56" idx="6"/>
              <a:endCxn id="52" idx="2"/>
            </p:cNvCxnSpPr>
            <p:nvPr/>
          </p:nvCxnSpPr>
          <p:spPr>
            <a:xfrm>
              <a:off x="3684890" y="2575071"/>
              <a:ext cx="1434686" cy="172041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BA3D3FB-9A14-45DC-85A6-C2B81C307D8B}"/>
                </a:ext>
              </a:extLst>
            </p:cNvPr>
            <p:cNvCxnSpPr>
              <a:stCxn id="68" idx="6"/>
              <a:endCxn id="72" idx="2"/>
            </p:cNvCxnSpPr>
            <p:nvPr/>
          </p:nvCxnSpPr>
          <p:spPr>
            <a:xfrm flipV="1">
              <a:off x="3705363" y="2642170"/>
              <a:ext cx="1386544" cy="8500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28A3770-8D71-4D45-9EE1-D639AA8E444A}"/>
                </a:ext>
              </a:extLst>
            </p:cNvPr>
            <p:cNvCxnSpPr>
              <a:stCxn id="68" idx="6"/>
              <a:endCxn id="60" idx="2"/>
            </p:cNvCxnSpPr>
            <p:nvPr/>
          </p:nvCxnSpPr>
          <p:spPr>
            <a:xfrm flipV="1">
              <a:off x="3705362" y="3456988"/>
              <a:ext cx="1414214" cy="35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81E8140-2726-476F-8BBF-E6D846BB5C1A}"/>
                </a:ext>
              </a:extLst>
            </p:cNvPr>
            <p:cNvCxnSpPr>
              <a:stCxn id="68" idx="6"/>
              <a:endCxn id="52" idx="2"/>
            </p:cNvCxnSpPr>
            <p:nvPr/>
          </p:nvCxnSpPr>
          <p:spPr>
            <a:xfrm>
              <a:off x="3705362" y="3492222"/>
              <a:ext cx="1414214" cy="8032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7299260-FB01-4B39-AE41-A9A215A48821}"/>
                </a:ext>
              </a:extLst>
            </p:cNvPr>
            <p:cNvCxnSpPr>
              <a:stCxn id="64" idx="6"/>
              <a:endCxn id="72" idx="3"/>
            </p:cNvCxnSpPr>
            <p:nvPr/>
          </p:nvCxnSpPr>
          <p:spPr>
            <a:xfrm flipV="1">
              <a:off x="3717210" y="2816767"/>
              <a:ext cx="1447815" cy="1507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AAAABF8-3ADE-4464-A704-11B09136CC71}"/>
                </a:ext>
              </a:extLst>
            </p:cNvPr>
            <p:cNvCxnSpPr>
              <a:stCxn id="64" idx="6"/>
              <a:endCxn id="60" idx="3"/>
            </p:cNvCxnSpPr>
            <p:nvPr/>
          </p:nvCxnSpPr>
          <p:spPr>
            <a:xfrm flipV="1">
              <a:off x="3717210" y="3631585"/>
              <a:ext cx="1475485" cy="6923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595AFCF-CAD5-4870-82B5-755DA8DC5327}"/>
                </a:ext>
              </a:extLst>
            </p:cNvPr>
            <p:cNvCxnSpPr>
              <a:stCxn id="64" idx="6"/>
              <a:endCxn id="52" idx="2"/>
            </p:cNvCxnSpPr>
            <p:nvPr/>
          </p:nvCxnSpPr>
          <p:spPr>
            <a:xfrm flipV="1">
              <a:off x="3717210" y="4295489"/>
              <a:ext cx="1402366" cy="284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F207ACD-58D9-404C-AE7B-A9AF1D049AEC}"/>
                </a:ext>
              </a:extLst>
            </p:cNvPr>
            <p:cNvSpPr txBox="1"/>
            <p:nvPr/>
          </p:nvSpPr>
          <p:spPr>
            <a:xfrm>
              <a:off x="4208972" y="2289194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32031E-F8BB-4160-AD64-9CFA925481FD}"/>
                </a:ext>
              </a:extLst>
            </p:cNvPr>
            <p:cNvSpPr txBox="1"/>
            <p:nvPr/>
          </p:nvSpPr>
          <p:spPr>
            <a:xfrm>
              <a:off x="5283473" y="3790792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n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76CFE0A-8E58-4057-9334-D821976EBF87}"/>
                </a:ext>
              </a:extLst>
            </p:cNvPr>
            <p:cNvCxnSpPr>
              <a:stCxn id="72" idx="6"/>
            </p:cNvCxnSpPr>
            <p:nvPr/>
          </p:nvCxnSpPr>
          <p:spPr>
            <a:xfrm flipV="1">
              <a:off x="5591194" y="2641545"/>
              <a:ext cx="765251" cy="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9DF5D4D-F6E0-4642-BA6A-5D662B64C591}"/>
                </a:ext>
              </a:extLst>
            </p:cNvPr>
            <p:cNvCxnSpPr>
              <a:stCxn id="60" idx="6"/>
            </p:cNvCxnSpPr>
            <p:nvPr/>
          </p:nvCxnSpPr>
          <p:spPr>
            <a:xfrm flipV="1">
              <a:off x="5618863" y="3435279"/>
              <a:ext cx="811328" cy="217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A6DFA2E-E602-4A7E-98AB-E52A6E1C5280}"/>
                </a:ext>
              </a:extLst>
            </p:cNvPr>
            <p:cNvCxnSpPr>
              <a:stCxn id="52" idx="6"/>
            </p:cNvCxnSpPr>
            <p:nvPr/>
          </p:nvCxnSpPr>
          <p:spPr>
            <a:xfrm flipV="1">
              <a:off x="5618863" y="4289439"/>
              <a:ext cx="737582" cy="60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72491F8-4D99-40B1-AC44-702D74786D52}"/>
                </a:ext>
              </a:extLst>
            </p:cNvPr>
            <p:cNvSpPr txBox="1"/>
            <p:nvPr/>
          </p:nvSpPr>
          <p:spPr>
            <a:xfrm>
              <a:off x="5795291" y="2364545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F629001-108F-4628-A940-D4118D6DA136}"/>
                </a:ext>
              </a:extLst>
            </p:cNvPr>
            <p:cNvSpPr txBox="1"/>
            <p:nvPr/>
          </p:nvSpPr>
          <p:spPr>
            <a:xfrm>
              <a:off x="5831825" y="3164948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o2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D4650AB-D5A9-444A-8E7E-9D2259D0BC43}"/>
                </a:ext>
              </a:extLst>
            </p:cNvPr>
            <p:cNvSpPr txBox="1"/>
            <p:nvPr/>
          </p:nvSpPr>
          <p:spPr>
            <a:xfrm>
              <a:off x="5826227" y="3983993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o3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551DBD4-CBBB-4D28-9BE5-79B83AA8B145}"/>
                </a:ext>
              </a:extLst>
            </p:cNvPr>
            <p:cNvSpPr txBox="1"/>
            <p:nvPr/>
          </p:nvSpPr>
          <p:spPr>
            <a:xfrm>
              <a:off x="3412510" y="2406566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D7DDCF0-30DA-43D8-8079-9BAFC393EBDE}"/>
                </a:ext>
              </a:extLst>
            </p:cNvPr>
            <p:cNvSpPr txBox="1"/>
            <p:nvPr/>
          </p:nvSpPr>
          <p:spPr>
            <a:xfrm>
              <a:off x="3413630" y="3369453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EF26126-6500-4C54-9B09-5CC47831DEFC}"/>
                </a:ext>
              </a:extLst>
            </p:cNvPr>
            <p:cNvSpPr txBox="1"/>
            <p:nvPr/>
          </p:nvSpPr>
          <p:spPr>
            <a:xfrm>
              <a:off x="3445031" y="4209408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2A6BD35-3001-422A-B632-54A0801C4023}"/>
                </a:ext>
              </a:extLst>
            </p:cNvPr>
            <p:cNvSpPr txBox="1"/>
            <p:nvPr/>
          </p:nvSpPr>
          <p:spPr>
            <a:xfrm>
              <a:off x="4061528" y="2676557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258C0AB-776A-463B-9443-EC658E4B00AC}"/>
                </a:ext>
              </a:extLst>
            </p:cNvPr>
            <p:cNvSpPr txBox="1"/>
            <p:nvPr/>
          </p:nvSpPr>
          <p:spPr>
            <a:xfrm>
              <a:off x="3712023" y="2755235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A28AA95-E55E-4859-A13C-9E0867F15A70}"/>
                </a:ext>
              </a:extLst>
            </p:cNvPr>
            <p:cNvSpPr txBox="1"/>
            <p:nvPr/>
          </p:nvSpPr>
          <p:spPr>
            <a:xfrm>
              <a:off x="2435380" y="2312448"/>
              <a:ext cx="50711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F17A751-C836-4576-B944-E99E1B056033}"/>
                </a:ext>
              </a:extLst>
            </p:cNvPr>
            <p:cNvSpPr txBox="1"/>
            <p:nvPr/>
          </p:nvSpPr>
          <p:spPr>
            <a:xfrm>
              <a:off x="2446121" y="2649176"/>
              <a:ext cx="595280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45A75AF-0B30-4A84-9F8D-F0AAFC596263}"/>
                </a:ext>
              </a:extLst>
            </p:cNvPr>
            <p:cNvSpPr txBox="1"/>
            <p:nvPr/>
          </p:nvSpPr>
          <p:spPr>
            <a:xfrm>
              <a:off x="2030060" y="2772892"/>
              <a:ext cx="534015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13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E6E63B6A-CC26-44E2-9ADD-7B296F812D9C}"/>
              </a:ext>
            </a:extLst>
          </p:cNvPr>
          <p:cNvSpPr txBox="1"/>
          <p:nvPr/>
        </p:nvSpPr>
        <p:spPr>
          <a:xfrm>
            <a:off x="6827813" y="4509001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Feed Forward</a:t>
            </a:r>
          </a:p>
        </p:txBody>
      </p:sp>
      <p:sp>
        <p:nvSpPr>
          <p:cNvPr id="77" name="Arrow: Curved Down 76">
            <a:extLst>
              <a:ext uri="{FF2B5EF4-FFF2-40B4-BE49-F238E27FC236}">
                <a16:creationId xmlns:a16="http://schemas.microsoft.com/office/drawing/2014/main" id="{513DFE16-D7FA-4F81-BB08-4DC420F918D6}"/>
              </a:ext>
            </a:extLst>
          </p:cNvPr>
          <p:cNvSpPr/>
          <p:nvPr/>
        </p:nvSpPr>
        <p:spPr>
          <a:xfrm>
            <a:off x="362904" y="2048587"/>
            <a:ext cx="1676120" cy="37981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543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ANNs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0" y="1053858"/>
            <a:ext cx="4787236" cy="1661993"/>
          </a:xfrm>
        </p:spPr>
        <p:txBody>
          <a:bodyPr/>
          <a:lstStyle/>
          <a:p>
            <a:r>
              <a:rPr lang="en-US" dirty="0"/>
              <a:t>Step 1: select random weights </a:t>
            </a:r>
          </a:p>
          <a:p>
            <a:r>
              <a:rPr lang="en-US" dirty="0"/>
              <a:t>Step 2: input the first input pattern [x1, x2, …, xm]</a:t>
            </a:r>
          </a:p>
          <a:p>
            <a:r>
              <a:rPr lang="en-US" dirty="0"/>
              <a:t>Step 3: find the values from the hidden layer.</a:t>
            </a:r>
          </a:p>
          <a:p>
            <a:r>
              <a:rPr lang="en-US" dirty="0"/>
              <a:t>Step 4: find the output values. 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954A5C2-183B-4851-969D-D3CC9971CCF9}"/>
              </a:ext>
            </a:extLst>
          </p:cNvPr>
          <p:cNvGrpSpPr/>
          <p:nvPr/>
        </p:nvGrpSpPr>
        <p:grpSpPr>
          <a:xfrm>
            <a:off x="123431" y="2392157"/>
            <a:ext cx="4953000" cy="2514600"/>
            <a:chOff x="1555846" y="1837071"/>
            <a:chExt cx="4874345" cy="280119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873D1A7-2A1F-42F0-9B3C-3F5325B43154}"/>
                </a:ext>
              </a:extLst>
            </p:cNvPr>
            <p:cNvSpPr/>
            <p:nvPr/>
          </p:nvSpPr>
          <p:spPr>
            <a:xfrm>
              <a:off x="1688911" y="2344003"/>
              <a:ext cx="429905" cy="5015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FB3C45-9E3D-43CA-8052-5F6DD0E7D022}"/>
                </a:ext>
              </a:extLst>
            </p:cNvPr>
            <p:cNvSpPr/>
            <p:nvPr/>
          </p:nvSpPr>
          <p:spPr>
            <a:xfrm>
              <a:off x="1673557" y="3237585"/>
              <a:ext cx="460612" cy="5015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4F8DDA-6AA2-4A40-842B-F07CD4A469F8}"/>
                </a:ext>
              </a:extLst>
            </p:cNvPr>
            <p:cNvSpPr/>
            <p:nvPr/>
          </p:nvSpPr>
          <p:spPr>
            <a:xfrm>
              <a:off x="1688911" y="4030341"/>
              <a:ext cx="470848" cy="5322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ED12157-6EED-4938-9EED-C7B9554AA7C6}"/>
                </a:ext>
              </a:extLst>
            </p:cNvPr>
            <p:cNvSpPr txBox="1"/>
            <p:nvPr/>
          </p:nvSpPr>
          <p:spPr>
            <a:xfrm>
              <a:off x="1555846" y="1914098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Input layer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2A1D610-A71A-4A2B-ABC4-3575287CD33D}"/>
                </a:ext>
              </a:extLst>
            </p:cNvPr>
            <p:cNvSpPr txBox="1"/>
            <p:nvPr/>
          </p:nvSpPr>
          <p:spPr>
            <a:xfrm>
              <a:off x="2983742" y="1877904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Hidden layer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0996F7-163D-4826-9E3E-AB14A770DF24}"/>
                </a:ext>
              </a:extLst>
            </p:cNvPr>
            <p:cNvSpPr txBox="1"/>
            <p:nvPr/>
          </p:nvSpPr>
          <p:spPr>
            <a:xfrm>
              <a:off x="4690604" y="1837071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output layer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4CC9D7B-71C2-462E-AB87-1B00C9AABD0A}"/>
                </a:ext>
              </a:extLst>
            </p:cNvPr>
            <p:cNvCxnSpPr>
              <a:stCxn id="7" idx="6"/>
            </p:cNvCxnSpPr>
            <p:nvPr/>
          </p:nvCxnSpPr>
          <p:spPr>
            <a:xfrm flipV="1">
              <a:off x="2118815" y="2575075"/>
              <a:ext cx="1060260" cy="1970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5B2D76F-E515-488D-AAE5-0E3AFC36A3B7}"/>
                </a:ext>
              </a:extLst>
            </p:cNvPr>
            <p:cNvGrpSpPr/>
            <p:nvPr/>
          </p:nvGrpSpPr>
          <p:grpSpPr>
            <a:xfrm>
              <a:off x="4952059" y="2395254"/>
              <a:ext cx="639135" cy="493834"/>
              <a:chOff x="4933902" y="3679825"/>
              <a:chExt cx="1755775" cy="1295400"/>
            </a:xfrm>
          </p:grpSpPr>
          <p:sp>
            <p:nvSpPr>
              <p:cNvPr id="73" name="Oval 2">
                <a:extLst>
                  <a:ext uri="{FF2B5EF4-FFF2-40B4-BE49-F238E27FC236}">
                    <a16:creationId xmlns:a16="http://schemas.microsoft.com/office/drawing/2014/main" id="{17F736AB-F06F-4E69-B152-59966137B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74" name="Object 4">
                <a:extLst>
                  <a:ext uri="{FF2B5EF4-FFF2-40B4-BE49-F238E27FC236}">
                    <a16:creationId xmlns:a16="http://schemas.microsoft.com/office/drawing/2014/main" id="{11CFE914-F807-4774-B406-720157C0340C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74" name="Object 4">
                            <a:extLst>
                              <a:ext uri="{FF2B5EF4-FFF2-40B4-BE49-F238E27FC236}">
                                <a16:creationId xmlns:a16="http://schemas.microsoft.com/office/drawing/2014/main" id="{11CFE914-F807-4774-B406-720157C0340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" name="Object 5">
                <a:extLst>
                  <a:ext uri="{FF2B5EF4-FFF2-40B4-BE49-F238E27FC236}">
                    <a16:creationId xmlns:a16="http://schemas.microsoft.com/office/drawing/2014/main" id="{A7A1BE98-7FAD-4A92-8A37-8F8487C3222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75" name="Object 5">
                            <a:extLst>
                              <a:ext uri="{FF2B5EF4-FFF2-40B4-BE49-F238E27FC236}">
                                <a16:creationId xmlns:a16="http://schemas.microsoft.com/office/drawing/2014/main" id="{A7A1BE98-7FAD-4A92-8A37-8F8487C3222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6" name="Line 6">
                <a:extLst>
                  <a:ext uri="{FF2B5EF4-FFF2-40B4-BE49-F238E27FC236}">
                    <a16:creationId xmlns:a16="http://schemas.microsoft.com/office/drawing/2014/main" id="{DB110F3E-6AD4-419B-9D91-7010A281E0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73A8226-9070-4DC5-9AB9-CF03C2153732}"/>
                </a:ext>
              </a:extLst>
            </p:cNvPr>
            <p:cNvGrpSpPr/>
            <p:nvPr/>
          </p:nvGrpSpPr>
          <p:grpSpPr>
            <a:xfrm>
              <a:off x="3107171" y="3162963"/>
              <a:ext cx="598191" cy="576176"/>
              <a:chOff x="5046378" y="3463829"/>
              <a:chExt cx="1643299" cy="1511396"/>
            </a:xfrm>
          </p:grpSpPr>
          <p:sp>
            <p:nvSpPr>
              <p:cNvPr id="69" name="Oval 2">
                <a:extLst>
                  <a:ext uri="{FF2B5EF4-FFF2-40B4-BE49-F238E27FC236}">
                    <a16:creationId xmlns:a16="http://schemas.microsoft.com/office/drawing/2014/main" id="{FDBC840A-28E2-4351-B6EF-E32EADDFD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70" name="Object 4">
                <a:extLst>
                  <a:ext uri="{FF2B5EF4-FFF2-40B4-BE49-F238E27FC236}">
                    <a16:creationId xmlns:a16="http://schemas.microsoft.com/office/drawing/2014/main" id="{C6EA436C-A942-43AA-8961-AAF40445FB28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046378" y="3463829"/>
              <a:ext cx="350838" cy="587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70" name="Object 4">
                            <a:extLst>
                              <a:ext uri="{FF2B5EF4-FFF2-40B4-BE49-F238E27FC236}">
                                <a16:creationId xmlns:a16="http://schemas.microsoft.com/office/drawing/2014/main" id="{C6EA436C-A942-43AA-8961-AAF40445FB2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6378" y="3463829"/>
                            <a:ext cx="350838" cy="587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" name="Object 5">
                <a:extLst>
                  <a:ext uri="{FF2B5EF4-FFF2-40B4-BE49-F238E27FC236}">
                    <a16:creationId xmlns:a16="http://schemas.microsoft.com/office/drawing/2014/main" id="{D4D00A40-084D-46B2-A247-D6414C7C2FA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71" name="Object 5">
                            <a:extLst>
                              <a:ext uri="{FF2B5EF4-FFF2-40B4-BE49-F238E27FC236}">
                                <a16:creationId xmlns:a16="http://schemas.microsoft.com/office/drawing/2014/main" id="{D4D00A40-084D-46B2-A247-D6414C7C2FA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2" name="Line 6">
                <a:extLst>
                  <a:ext uri="{FF2B5EF4-FFF2-40B4-BE49-F238E27FC236}">
                    <a16:creationId xmlns:a16="http://schemas.microsoft.com/office/drawing/2014/main" id="{EED85DB5-B044-406F-8DD7-166F57CAA3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E74A22D-66D1-447F-AD6F-B14B20238038}"/>
                </a:ext>
              </a:extLst>
            </p:cNvPr>
            <p:cNvGrpSpPr/>
            <p:nvPr/>
          </p:nvGrpSpPr>
          <p:grpSpPr>
            <a:xfrm>
              <a:off x="3108783" y="4077018"/>
              <a:ext cx="608427" cy="561250"/>
              <a:chOff x="5018259" y="3679825"/>
              <a:chExt cx="1671418" cy="1472243"/>
            </a:xfrm>
          </p:grpSpPr>
          <p:sp>
            <p:nvSpPr>
              <p:cNvPr id="65" name="Oval 2">
                <a:extLst>
                  <a:ext uri="{FF2B5EF4-FFF2-40B4-BE49-F238E27FC236}">
                    <a16:creationId xmlns:a16="http://schemas.microsoft.com/office/drawing/2014/main" id="{8BA07F95-E42C-4D6D-99A8-021A3B5E38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6" name="Object 4">
                <a:extLst>
                  <a:ext uri="{FF2B5EF4-FFF2-40B4-BE49-F238E27FC236}">
                    <a16:creationId xmlns:a16="http://schemas.microsoft.com/office/drawing/2014/main" id="{81347BFB-EFA4-4195-9F03-9AB6A3622411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018259" y="4564692"/>
              <a:ext cx="350838" cy="587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66" name="Object 4">
                            <a:extLst>
                              <a:ext uri="{FF2B5EF4-FFF2-40B4-BE49-F238E27FC236}">
                                <a16:creationId xmlns:a16="http://schemas.microsoft.com/office/drawing/2014/main" id="{81347BFB-EFA4-4195-9F03-9AB6A362241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18259" y="4564692"/>
                            <a:ext cx="350838" cy="587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7" name="Object 5">
                <a:extLst>
                  <a:ext uri="{FF2B5EF4-FFF2-40B4-BE49-F238E27FC236}">
                    <a16:creationId xmlns:a16="http://schemas.microsoft.com/office/drawing/2014/main" id="{37A3F54C-B317-4741-9167-EC662660E52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67" name="Object 5">
                            <a:extLst>
                              <a:ext uri="{FF2B5EF4-FFF2-40B4-BE49-F238E27FC236}">
                                <a16:creationId xmlns:a16="http://schemas.microsoft.com/office/drawing/2014/main" id="{37A3F54C-B317-4741-9167-EC662660E52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8" name="Line 6">
                <a:extLst>
                  <a:ext uri="{FF2B5EF4-FFF2-40B4-BE49-F238E27FC236}">
                    <a16:creationId xmlns:a16="http://schemas.microsoft.com/office/drawing/2014/main" id="{E2C2E465-0DA1-4444-BF4A-366789C509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C8DD226-ADDE-45B9-9BA4-F36D6F7074A5}"/>
                </a:ext>
              </a:extLst>
            </p:cNvPr>
            <p:cNvGrpSpPr/>
            <p:nvPr/>
          </p:nvGrpSpPr>
          <p:grpSpPr>
            <a:xfrm>
              <a:off x="4979729" y="3210072"/>
              <a:ext cx="639135" cy="493834"/>
              <a:chOff x="4933902" y="3679825"/>
              <a:chExt cx="1755775" cy="1295400"/>
            </a:xfrm>
          </p:grpSpPr>
          <p:sp>
            <p:nvSpPr>
              <p:cNvPr id="61" name="Oval 2">
                <a:extLst>
                  <a:ext uri="{FF2B5EF4-FFF2-40B4-BE49-F238E27FC236}">
                    <a16:creationId xmlns:a16="http://schemas.microsoft.com/office/drawing/2014/main" id="{87141B0C-DB37-4ED1-9DE7-A39FAAB2E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2" name="Object 4">
                <a:extLst>
                  <a:ext uri="{FF2B5EF4-FFF2-40B4-BE49-F238E27FC236}">
                    <a16:creationId xmlns:a16="http://schemas.microsoft.com/office/drawing/2014/main" id="{1AA42E59-42AF-425E-8A13-ABADA640ED9E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62" name="Object 4">
                            <a:extLst>
                              <a:ext uri="{FF2B5EF4-FFF2-40B4-BE49-F238E27FC236}">
                                <a16:creationId xmlns:a16="http://schemas.microsoft.com/office/drawing/2014/main" id="{1AA42E59-42AF-425E-8A13-ABADA640ED9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3" name="Object 5">
                <a:extLst>
                  <a:ext uri="{FF2B5EF4-FFF2-40B4-BE49-F238E27FC236}">
                    <a16:creationId xmlns:a16="http://schemas.microsoft.com/office/drawing/2014/main" id="{D918E98F-D0F3-4E83-B505-52C386BDC07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63" name="Object 5">
                            <a:extLst>
                              <a:ext uri="{FF2B5EF4-FFF2-40B4-BE49-F238E27FC236}">
                                <a16:creationId xmlns:a16="http://schemas.microsoft.com/office/drawing/2014/main" id="{D918E98F-D0F3-4E83-B505-52C386BDC07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4" name="Line 6">
                <a:extLst>
                  <a:ext uri="{FF2B5EF4-FFF2-40B4-BE49-F238E27FC236}">
                    <a16:creationId xmlns:a16="http://schemas.microsoft.com/office/drawing/2014/main" id="{C9F0E696-FE33-4895-8EC3-AA148030AA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FD8534E-C239-4865-ABDD-018687CC546D}"/>
                </a:ext>
              </a:extLst>
            </p:cNvPr>
            <p:cNvGrpSpPr/>
            <p:nvPr/>
          </p:nvGrpSpPr>
          <p:grpSpPr>
            <a:xfrm>
              <a:off x="3107171" y="2235573"/>
              <a:ext cx="577719" cy="586414"/>
              <a:chOff x="5102616" y="3436971"/>
              <a:chExt cx="1587061" cy="1538254"/>
            </a:xfrm>
          </p:grpSpPr>
          <p:sp>
            <p:nvSpPr>
              <p:cNvPr id="57" name="Oval 2">
                <a:extLst>
                  <a:ext uri="{FF2B5EF4-FFF2-40B4-BE49-F238E27FC236}">
                    <a16:creationId xmlns:a16="http://schemas.microsoft.com/office/drawing/2014/main" id="{D2B565C9-AABA-4363-8C09-1C50415527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58" name="Object 4">
                <a:extLst>
                  <a:ext uri="{FF2B5EF4-FFF2-40B4-BE49-F238E27FC236}">
                    <a16:creationId xmlns:a16="http://schemas.microsoft.com/office/drawing/2014/main" id="{AD8FBA83-8647-4A1D-9741-E60D45B7722D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102616" y="3436971"/>
              <a:ext cx="350838" cy="5873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58" name="Object 4">
                            <a:extLst>
                              <a:ext uri="{FF2B5EF4-FFF2-40B4-BE49-F238E27FC236}">
                                <a16:creationId xmlns:a16="http://schemas.microsoft.com/office/drawing/2014/main" id="{AD8FBA83-8647-4A1D-9741-E60D45B7722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02616" y="3436971"/>
                            <a:ext cx="350838" cy="5873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" name="Object 5">
                <a:extLst>
                  <a:ext uri="{FF2B5EF4-FFF2-40B4-BE49-F238E27FC236}">
                    <a16:creationId xmlns:a16="http://schemas.microsoft.com/office/drawing/2014/main" id="{4A31AF5E-7BE7-4585-A8B7-FBB81302E13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59" name="Object 5">
                            <a:extLst>
                              <a:ext uri="{FF2B5EF4-FFF2-40B4-BE49-F238E27FC236}">
                                <a16:creationId xmlns:a16="http://schemas.microsoft.com/office/drawing/2014/main" id="{4A31AF5E-7BE7-4585-A8B7-FBB81302E13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" name="Line 6">
                <a:extLst>
                  <a:ext uri="{FF2B5EF4-FFF2-40B4-BE49-F238E27FC236}">
                    <a16:creationId xmlns:a16="http://schemas.microsoft.com/office/drawing/2014/main" id="{1B7D245B-3B74-481C-ACEB-592B9ADD1C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FFBB8BC-075E-4FA2-8EDE-7493515A5B73}"/>
                </a:ext>
              </a:extLst>
            </p:cNvPr>
            <p:cNvGrpSpPr/>
            <p:nvPr/>
          </p:nvGrpSpPr>
          <p:grpSpPr>
            <a:xfrm>
              <a:off x="4979729" y="4048572"/>
              <a:ext cx="639135" cy="493834"/>
              <a:chOff x="4933902" y="3679825"/>
              <a:chExt cx="1755775" cy="1295400"/>
            </a:xfrm>
          </p:grpSpPr>
          <p:sp>
            <p:nvSpPr>
              <p:cNvPr id="53" name="Oval 2">
                <a:extLst>
                  <a:ext uri="{FF2B5EF4-FFF2-40B4-BE49-F238E27FC236}">
                    <a16:creationId xmlns:a16="http://schemas.microsoft.com/office/drawing/2014/main" id="{D8F539DB-4EC7-4630-9582-F3AB7B490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54" name="Object 4">
                <a:extLst>
                  <a:ext uri="{FF2B5EF4-FFF2-40B4-BE49-F238E27FC236}">
                    <a16:creationId xmlns:a16="http://schemas.microsoft.com/office/drawing/2014/main" id="{8701285F-8F0E-4412-81C6-42A6DA658453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54" name="Object 4">
                            <a:extLst>
                              <a:ext uri="{FF2B5EF4-FFF2-40B4-BE49-F238E27FC236}">
                                <a16:creationId xmlns:a16="http://schemas.microsoft.com/office/drawing/2014/main" id="{8701285F-8F0E-4412-81C6-42A6DA65845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" name="Object 5">
                <a:extLst>
                  <a:ext uri="{FF2B5EF4-FFF2-40B4-BE49-F238E27FC236}">
                    <a16:creationId xmlns:a16="http://schemas.microsoft.com/office/drawing/2014/main" id="{ECD3F803-7D67-4B7A-8A9C-5782BAB9074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55" name="Object 5">
                            <a:extLst>
                              <a:ext uri="{FF2B5EF4-FFF2-40B4-BE49-F238E27FC236}">
                                <a16:creationId xmlns:a16="http://schemas.microsoft.com/office/drawing/2014/main" id="{ECD3F803-7D67-4B7A-8A9C-5782BAB9074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6" name="Line 6">
                <a:extLst>
                  <a:ext uri="{FF2B5EF4-FFF2-40B4-BE49-F238E27FC236}">
                    <a16:creationId xmlns:a16="http://schemas.microsoft.com/office/drawing/2014/main" id="{FA92F10B-0781-4687-BE05-DD12391E3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88ED52D-BA10-4023-8003-B113CE68D56A}"/>
                </a:ext>
              </a:extLst>
            </p:cNvPr>
            <p:cNvCxnSpPr>
              <a:stCxn id="7" idx="6"/>
              <a:endCxn id="69" idx="1"/>
            </p:cNvCxnSpPr>
            <p:nvPr/>
          </p:nvCxnSpPr>
          <p:spPr>
            <a:xfrm>
              <a:off x="2118816" y="2594781"/>
              <a:ext cx="1160381" cy="72284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3976794-A151-46E7-B66B-F922AAB0F28E}"/>
                </a:ext>
              </a:extLst>
            </p:cNvPr>
            <p:cNvCxnSpPr>
              <a:stCxn id="7" idx="6"/>
              <a:endCxn id="65" idx="1"/>
            </p:cNvCxnSpPr>
            <p:nvPr/>
          </p:nvCxnSpPr>
          <p:spPr>
            <a:xfrm>
              <a:off x="2118816" y="2594781"/>
              <a:ext cx="1172228" cy="155455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3A31095-46F3-41B3-802A-BF72DC8633CA}"/>
                </a:ext>
              </a:extLst>
            </p:cNvPr>
            <p:cNvCxnSpPr>
              <a:stCxn id="8" idx="6"/>
            </p:cNvCxnSpPr>
            <p:nvPr/>
          </p:nvCxnSpPr>
          <p:spPr>
            <a:xfrm flipV="1">
              <a:off x="2134169" y="2688576"/>
              <a:ext cx="1059773" cy="7997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A666D06-12A3-4D35-9BAD-C15DD02941BB}"/>
                </a:ext>
              </a:extLst>
            </p:cNvPr>
            <p:cNvCxnSpPr>
              <a:stCxn id="8" idx="6"/>
              <a:endCxn id="69" idx="2"/>
            </p:cNvCxnSpPr>
            <p:nvPr/>
          </p:nvCxnSpPr>
          <p:spPr>
            <a:xfrm>
              <a:off x="2134169" y="3488363"/>
              <a:ext cx="1071909" cy="3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E7F20DA-4C97-4AF4-B932-77AD60DBDC2A}"/>
                </a:ext>
              </a:extLst>
            </p:cNvPr>
            <p:cNvCxnSpPr>
              <a:stCxn id="8" idx="6"/>
              <a:endCxn id="65" idx="2"/>
            </p:cNvCxnSpPr>
            <p:nvPr/>
          </p:nvCxnSpPr>
          <p:spPr>
            <a:xfrm>
              <a:off x="2134169" y="3488362"/>
              <a:ext cx="1083756" cy="8355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2ED48C7-168C-4BCE-95C9-7D330E68A58A}"/>
                </a:ext>
              </a:extLst>
            </p:cNvPr>
            <p:cNvCxnSpPr>
              <a:stCxn id="9" idx="6"/>
              <a:endCxn id="57" idx="3"/>
            </p:cNvCxnSpPr>
            <p:nvPr/>
          </p:nvCxnSpPr>
          <p:spPr>
            <a:xfrm flipV="1">
              <a:off x="2159758" y="2749672"/>
              <a:ext cx="1098968" cy="1546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B72773D-CB1B-4EC6-8570-8D63558739F5}"/>
                </a:ext>
              </a:extLst>
            </p:cNvPr>
            <p:cNvCxnSpPr>
              <a:stCxn id="9" idx="6"/>
              <a:endCxn id="69" idx="3"/>
            </p:cNvCxnSpPr>
            <p:nvPr/>
          </p:nvCxnSpPr>
          <p:spPr>
            <a:xfrm flipV="1">
              <a:off x="2159759" y="3666820"/>
              <a:ext cx="1119438" cy="6296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4AEF283-3201-4B21-BCF1-33A03AD6AFB3}"/>
                </a:ext>
              </a:extLst>
            </p:cNvPr>
            <p:cNvCxnSpPr>
              <a:stCxn id="9" idx="6"/>
            </p:cNvCxnSpPr>
            <p:nvPr/>
          </p:nvCxnSpPr>
          <p:spPr>
            <a:xfrm>
              <a:off x="2159759" y="4296473"/>
              <a:ext cx="1044584" cy="1194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82DD838-292E-4E18-B16F-C958B141DFFF}"/>
                </a:ext>
              </a:extLst>
            </p:cNvPr>
            <p:cNvCxnSpPr>
              <a:stCxn id="57" idx="6"/>
            </p:cNvCxnSpPr>
            <p:nvPr/>
          </p:nvCxnSpPr>
          <p:spPr>
            <a:xfrm>
              <a:off x="3684890" y="2575070"/>
              <a:ext cx="1434686" cy="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1473A6E-B613-4D72-80F7-6CAAA6409078}"/>
                </a:ext>
              </a:extLst>
            </p:cNvPr>
            <p:cNvCxnSpPr>
              <a:stCxn id="57" idx="6"/>
              <a:endCxn id="61" idx="2"/>
            </p:cNvCxnSpPr>
            <p:nvPr/>
          </p:nvCxnSpPr>
          <p:spPr>
            <a:xfrm>
              <a:off x="3684890" y="2575071"/>
              <a:ext cx="1434686" cy="88191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61E9186-8834-45A9-A29D-A8282023959D}"/>
                </a:ext>
              </a:extLst>
            </p:cNvPr>
            <p:cNvCxnSpPr>
              <a:stCxn id="57" idx="6"/>
              <a:endCxn id="53" idx="2"/>
            </p:cNvCxnSpPr>
            <p:nvPr/>
          </p:nvCxnSpPr>
          <p:spPr>
            <a:xfrm>
              <a:off x="3684890" y="2575071"/>
              <a:ext cx="1434686" cy="172041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6528A47-F097-4F4F-9442-C158DFCE4C89}"/>
                </a:ext>
              </a:extLst>
            </p:cNvPr>
            <p:cNvCxnSpPr>
              <a:stCxn id="69" idx="6"/>
              <a:endCxn id="73" idx="2"/>
            </p:cNvCxnSpPr>
            <p:nvPr/>
          </p:nvCxnSpPr>
          <p:spPr>
            <a:xfrm flipV="1">
              <a:off x="3705363" y="2642170"/>
              <a:ext cx="1386544" cy="8500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8506F4C-EF36-48F7-BE83-C51E3F61081A}"/>
                </a:ext>
              </a:extLst>
            </p:cNvPr>
            <p:cNvCxnSpPr>
              <a:stCxn id="69" idx="6"/>
              <a:endCxn id="61" idx="2"/>
            </p:cNvCxnSpPr>
            <p:nvPr/>
          </p:nvCxnSpPr>
          <p:spPr>
            <a:xfrm flipV="1">
              <a:off x="3705362" y="3456988"/>
              <a:ext cx="1414214" cy="35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60E907E-9249-4267-A1F2-D492572B0B04}"/>
                </a:ext>
              </a:extLst>
            </p:cNvPr>
            <p:cNvCxnSpPr>
              <a:stCxn id="69" idx="6"/>
              <a:endCxn id="53" idx="2"/>
            </p:cNvCxnSpPr>
            <p:nvPr/>
          </p:nvCxnSpPr>
          <p:spPr>
            <a:xfrm>
              <a:off x="3705362" y="3492222"/>
              <a:ext cx="1414214" cy="8032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A42617B-DCA9-4F2C-9EB6-211FC5535613}"/>
                </a:ext>
              </a:extLst>
            </p:cNvPr>
            <p:cNvCxnSpPr>
              <a:stCxn id="65" idx="6"/>
              <a:endCxn id="73" idx="3"/>
            </p:cNvCxnSpPr>
            <p:nvPr/>
          </p:nvCxnSpPr>
          <p:spPr>
            <a:xfrm flipV="1">
              <a:off x="3717210" y="2816767"/>
              <a:ext cx="1447815" cy="1507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B08E163-8FD3-437E-9A31-D0FE0FC42E16}"/>
                </a:ext>
              </a:extLst>
            </p:cNvPr>
            <p:cNvCxnSpPr>
              <a:stCxn id="65" idx="6"/>
              <a:endCxn id="61" idx="3"/>
            </p:cNvCxnSpPr>
            <p:nvPr/>
          </p:nvCxnSpPr>
          <p:spPr>
            <a:xfrm flipV="1">
              <a:off x="3717210" y="3631585"/>
              <a:ext cx="1475485" cy="6923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D92CB26-1360-425F-B0A3-94A180260B08}"/>
                </a:ext>
              </a:extLst>
            </p:cNvPr>
            <p:cNvCxnSpPr>
              <a:stCxn id="65" idx="6"/>
              <a:endCxn id="53" idx="2"/>
            </p:cNvCxnSpPr>
            <p:nvPr/>
          </p:nvCxnSpPr>
          <p:spPr>
            <a:xfrm flipV="1">
              <a:off x="3717210" y="4295489"/>
              <a:ext cx="1402366" cy="284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94A417-559A-4F60-9E0C-49161E7A16EA}"/>
                </a:ext>
              </a:extLst>
            </p:cNvPr>
            <p:cNvSpPr txBox="1"/>
            <p:nvPr/>
          </p:nvSpPr>
          <p:spPr>
            <a:xfrm>
              <a:off x="4208972" y="2289194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1023754-C267-4815-BF20-0D639B3FD6A4}"/>
                </a:ext>
              </a:extLst>
            </p:cNvPr>
            <p:cNvSpPr txBox="1"/>
            <p:nvPr/>
          </p:nvSpPr>
          <p:spPr>
            <a:xfrm>
              <a:off x="5283473" y="3790792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n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7F5B9FA-732E-4FD9-B835-484A04F25C7A}"/>
                </a:ext>
              </a:extLst>
            </p:cNvPr>
            <p:cNvCxnSpPr>
              <a:stCxn id="73" idx="6"/>
            </p:cNvCxnSpPr>
            <p:nvPr/>
          </p:nvCxnSpPr>
          <p:spPr>
            <a:xfrm flipV="1">
              <a:off x="5591194" y="2641545"/>
              <a:ext cx="765251" cy="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C89EE47-447B-45B5-B1D4-5196D1393F9D}"/>
                </a:ext>
              </a:extLst>
            </p:cNvPr>
            <p:cNvCxnSpPr>
              <a:stCxn id="61" idx="6"/>
            </p:cNvCxnSpPr>
            <p:nvPr/>
          </p:nvCxnSpPr>
          <p:spPr>
            <a:xfrm flipV="1">
              <a:off x="5618863" y="3435279"/>
              <a:ext cx="811328" cy="217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50FDA2F-64BB-43FF-8093-5F159968DC50}"/>
                </a:ext>
              </a:extLst>
            </p:cNvPr>
            <p:cNvCxnSpPr>
              <a:stCxn id="53" idx="6"/>
            </p:cNvCxnSpPr>
            <p:nvPr/>
          </p:nvCxnSpPr>
          <p:spPr>
            <a:xfrm flipV="1">
              <a:off x="5618863" y="4289439"/>
              <a:ext cx="737582" cy="60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F87051E-3078-416A-8B2E-C014599B3103}"/>
                </a:ext>
              </a:extLst>
            </p:cNvPr>
            <p:cNvSpPr txBox="1"/>
            <p:nvPr/>
          </p:nvSpPr>
          <p:spPr>
            <a:xfrm>
              <a:off x="5795291" y="2364545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74A8C4E-A448-46E9-AF9C-B5FA4FB46E09}"/>
                </a:ext>
              </a:extLst>
            </p:cNvPr>
            <p:cNvSpPr txBox="1"/>
            <p:nvPr/>
          </p:nvSpPr>
          <p:spPr>
            <a:xfrm>
              <a:off x="5831825" y="3164948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B76DB0C-2AEF-4D46-B609-A405810292BB}"/>
                </a:ext>
              </a:extLst>
            </p:cNvPr>
            <p:cNvSpPr txBox="1"/>
            <p:nvPr/>
          </p:nvSpPr>
          <p:spPr>
            <a:xfrm>
              <a:off x="5826227" y="3983993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795024D-E677-457A-878E-BB8DB50222D1}"/>
                </a:ext>
              </a:extLst>
            </p:cNvPr>
            <p:cNvSpPr txBox="1"/>
            <p:nvPr/>
          </p:nvSpPr>
          <p:spPr>
            <a:xfrm>
              <a:off x="3412510" y="2406566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9A778E8-4820-4DF7-BDB1-42E23211277C}"/>
                </a:ext>
              </a:extLst>
            </p:cNvPr>
            <p:cNvSpPr txBox="1"/>
            <p:nvPr/>
          </p:nvSpPr>
          <p:spPr>
            <a:xfrm>
              <a:off x="3413630" y="3369453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919CFFB-7303-428E-AFBB-2F8EFDBEDA78}"/>
                </a:ext>
              </a:extLst>
            </p:cNvPr>
            <p:cNvSpPr txBox="1"/>
            <p:nvPr/>
          </p:nvSpPr>
          <p:spPr>
            <a:xfrm>
              <a:off x="3445031" y="4209408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A9463D5-BD07-49FA-9135-FB5AB31D9F91}"/>
                </a:ext>
              </a:extLst>
            </p:cNvPr>
            <p:cNvSpPr txBox="1"/>
            <p:nvPr/>
          </p:nvSpPr>
          <p:spPr>
            <a:xfrm>
              <a:off x="4061528" y="2676557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075C138-2B74-4998-9475-00F7A78AD792}"/>
                </a:ext>
              </a:extLst>
            </p:cNvPr>
            <p:cNvSpPr txBox="1"/>
            <p:nvPr/>
          </p:nvSpPr>
          <p:spPr>
            <a:xfrm>
              <a:off x="3712023" y="2755235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13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BED2459-56D4-4DF5-9454-B65F8398E502}"/>
                </a:ext>
              </a:extLst>
            </p:cNvPr>
            <p:cNvSpPr txBox="1"/>
            <p:nvPr/>
          </p:nvSpPr>
          <p:spPr>
            <a:xfrm>
              <a:off x="2435380" y="2312448"/>
              <a:ext cx="50711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8ACDBF8-A890-462A-8D5A-DB8357C052BE}"/>
                </a:ext>
              </a:extLst>
            </p:cNvPr>
            <p:cNvSpPr txBox="1"/>
            <p:nvPr/>
          </p:nvSpPr>
          <p:spPr>
            <a:xfrm>
              <a:off x="2446121" y="2649176"/>
              <a:ext cx="595280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DD953E0-F7A4-4B17-88F9-944E6105D65F}"/>
                </a:ext>
              </a:extLst>
            </p:cNvPr>
            <p:cNvSpPr txBox="1"/>
            <p:nvPr/>
          </p:nvSpPr>
          <p:spPr>
            <a:xfrm>
              <a:off x="2030060" y="2772892"/>
              <a:ext cx="534015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13</a:t>
              </a: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31EE2A5-805B-45BE-AA54-C2D2DF19A057}"/>
              </a:ext>
            </a:extLst>
          </p:cNvPr>
          <p:cNvSpPr txBox="1"/>
          <p:nvPr/>
        </p:nvSpPr>
        <p:spPr>
          <a:xfrm>
            <a:off x="6827813" y="4509001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Feed Forward</a:t>
            </a:r>
          </a:p>
        </p:txBody>
      </p:sp>
      <p:sp>
        <p:nvSpPr>
          <p:cNvPr id="78" name="Arrow: Curved Down 77">
            <a:extLst>
              <a:ext uri="{FF2B5EF4-FFF2-40B4-BE49-F238E27FC236}">
                <a16:creationId xmlns:a16="http://schemas.microsoft.com/office/drawing/2014/main" id="{B1C766C7-7DFC-4256-9874-0E3BBEF270B2}"/>
              </a:ext>
            </a:extLst>
          </p:cNvPr>
          <p:cNvSpPr/>
          <p:nvPr/>
        </p:nvSpPr>
        <p:spPr>
          <a:xfrm>
            <a:off x="362904" y="2048587"/>
            <a:ext cx="1676120" cy="37981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9" name="Arrow: Curved Down 78">
            <a:extLst>
              <a:ext uri="{FF2B5EF4-FFF2-40B4-BE49-F238E27FC236}">
                <a16:creationId xmlns:a16="http://schemas.microsoft.com/office/drawing/2014/main" id="{F7C37495-2499-4343-B7BF-1B6112B8D53D}"/>
              </a:ext>
            </a:extLst>
          </p:cNvPr>
          <p:cNvSpPr/>
          <p:nvPr/>
        </p:nvSpPr>
        <p:spPr>
          <a:xfrm>
            <a:off x="2299762" y="2014797"/>
            <a:ext cx="1676120" cy="37981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723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ANNs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188" y="978904"/>
            <a:ext cx="8692862" cy="1464906"/>
          </a:xfrm>
        </p:spPr>
        <p:txBody>
          <a:bodyPr>
            <a:normAutofit/>
          </a:bodyPr>
          <a:lstStyle/>
          <a:p>
            <a:r>
              <a:rPr lang="en-US" dirty="0"/>
              <a:t>Step 1: select random weights </a:t>
            </a:r>
          </a:p>
          <a:p>
            <a:r>
              <a:rPr lang="en-US" dirty="0"/>
              <a:t>Step 2: input the first input pattern [x1, x2, …, xm]</a:t>
            </a:r>
          </a:p>
          <a:p>
            <a:r>
              <a:rPr lang="en-US" dirty="0"/>
              <a:t>Step 3: find the values from the hidden layer.</a:t>
            </a:r>
          </a:p>
          <a:p>
            <a:r>
              <a:rPr lang="en-US" dirty="0"/>
              <a:t>Step 4: find the output values.</a:t>
            </a:r>
          </a:p>
          <a:p>
            <a:r>
              <a:rPr lang="en-US" dirty="0"/>
              <a:t>Step 5: find the error in the output layer. (t</a:t>
            </a:r>
            <a:r>
              <a:rPr lang="en-US" baseline="-25000" dirty="0"/>
              <a:t>k</a:t>
            </a:r>
            <a:r>
              <a:rPr lang="en-US" dirty="0"/>
              <a:t> is the target output)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B7A78F-AD69-4DE4-932D-6D2459557CD3}"/>
                  </a:ext>
                </a:extLst>
              </p:cNvPr>
              <p:cNvSpPr txBox="1"/>
              <p:nvPr/>
            </p:nvSpPr>
            <p:spPr>
              <a:xfrm>
                <a:off x="6139577" y="3665354"/>
                <a:ext cx="18398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B7A78F-AD69-4DE4-932D-6D2459557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577" y="3665354"/>
                <a:ext cx="1839863" cy="276999"/>
              </a:xfrm>
              <a:prstGeom prst="rect">
                <a:avLst/>
              </a:prstGeom>
              <a:blipFill>
                <a:blip r:embed="rId4"/>
                <a:stretch>
                  <a:fillRect l="-1325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D41EB27F-9482-4C6C-B765-04C9AC7FDED8}"/>
              </a:ext>
            </a:extLst>
          </p:cNvPr>
          <p:cNvGrpSpPr/>
          <p:nvPr/>
        </p:nvGrpSpPr>
        <p:grpSpPr>
          <a:xfrm>
            <a:off x="165764" y="2571750"/>
            <a:ext cx="4953000" cy="2514600"/>
            <a:chOff x="1555846" y="1837071"/>
            <a:chExt cx="4874345" cy="280119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F5F3DF5-C777-4C53-A869-D7639DD6399E}"/>
                </a:ext>
              </a:extLst>
            </p:cNvPr>
            <p:cNvSpPr/>
            <p:nvPr/>
          </p:nvSpPr>
          <p:spPr>
            <a:xfrm>
              <a:off x="1688911" y="2344003"/>
              <a:ext cx="429905" cy="5015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7B0EADF-17C5-40AE-B15C-B8748F69DAA9}"/>
                </a:ext>
              </a:extLst>
            </p:cNvPr>
            <p:cNvSpPr/>
            <p:nvPr/>
          </p:nvSpPr>
          <p:spPr>
            <a:xfrm>
              <a:off x="1673557" y="3237585"/>
              <a:ext cx="460612" cy="5015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B8A550F-D26A-4F67-A31A-3D88784C785D}"/>
                </a:ext>
              </a:extLst>
            </p:cNvPr>
            <p:cNvSpPr/>
            <p:nvPr/>
          </p:nvSpPr>
          <p:spPr>
            <a:xfrm>
              <a:off x="1688911" y="4030341"/>
              <a:ext cx="470848" cy="5322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D33AE0-83FF-4EC7-A8EB-3DC5ABA44A8A}"/>
                </a:ext>
              </a:extLst>
            </p:cNvPr>
            <p:cNvSpPr txBox="1"/>
            <p:nvPr/>
          </p:nvSpPr>
          <p:spPr>
            <a:xfrm>
              <a:off x="1555846" y="1914098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Input layer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013273F-C7BD-41F2-AB4B-5E7B9120FE57}"/>
                </a:ext>
              </a:extLst>
            </p:cNvPr>
            <p:cNvSpPr txBox="1"/>
            <p:nvPr/>
          </p:nvSpPr>
          <p:spPr>
            <a:xfrm>
              <a:off x="2983742" y="1877904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Hidden layer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6404FD9-E9F7-451E-B842-F073319DDE41}"/>
                </a:ext>
              </a:extLst>
            </p:cNvPr>
            <p:cNvSpPr txBox="1"/>
            <p:nvPr/>
          </p:nvSpPr>
          <p:spPr>
            <a:xfrm>
              <a:off x="4690604" y="1837071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output layer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DC8D472-1941-409A-AAA3-5D5EA1B7521E}"/>
                </a:ext>
              </a:extLst>
            </p:cNvPr>
            <p:cNvCxnSpPr>
              <a:stCxn id="7" idx="6"/>
            </p:cNvCxnSpPr>
            <p:nvPr/>
          </p:nvCxnSpPr>
          <p:spPr>
            <a:xfrm flipV="1">
              <a:off x="2118815" y="2575075"/>
              <a:ext cx="1060260" cy="1970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52D72D6-8C72-4D5C-8193-DA74E06A04AB}"/>
                </a:ext>
              </a:extLst>
            </p:cNvPr>
            <p:cNvGrpSpPr/>
            <p:nvPr/>
          </p:nvGrpSpPr>
          <p:grpSpPr>
            <a:xfrm>
              <a:off x="4952059" y="2395254"/>
              <a:ext cx="639135" cy="493834"/>
              <a:chOff x="4933902" y="3679825"/>
              <a:chExt cx="1755775" cy="1295400"/>
            </a:xfrm>
          </p:grpSpPr>
          <p:sp>
            <p:nvSpPr>
              <p:cNvPr id="73" name="Oval 2">
                <a:extLst>
                  <a:ext uri="{FF2B5EF4-FFF2-40B4-BE49-F238E27FC236}">
                    <a16:creationId xmlns:a16="http://schemas.microsoft.com/office/drawing/2014/main" id="{DD55779B-8EEF-4C51-B40B-EFB03E84CD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74" name="Object 4">
                <a:extLst>
                  <a:ext uri="{FF2B5EF4-FFF2-40B4-BE49-F238E27FC236}">
                    <a16:creationId xmlns:a16="http://schemas.microsoft.com/office/drawing/2014/main" id="{ED153D75-24E7-4058-B7BD-DEADD9DDF077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64957" imgH="190335" progId="Equation.3">
                      <p:embed/>
                    </p:oleObj>
                  </mc:Choice>
                  <mc:Fallback>
                    <p:oleObj name="Equation" r:id="rId5" imgW="164957" imgH="190335" progId="Equation.3">
                      <p:embed/>
                      <p:pic>
                        <p:nvPicPr>
                          <p:cNvPr id="74" name="Object 4">
                            <a:extLst>
                              <a:ext uri="{FF2B5EF4-FFF2-40B4-BE49-F238E27FC236}">
                                <a16:creationId xmlns:a16="http://schemas.microsoft.com/office/drawing/2014/main" id="{ED153D75-24E7-4058-B7BD-DEADD9DDF07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" name="Object 5">
                <a:extLst>
                  <a:ext uri="{FF2B5EF4-FFF2-40B4-BE49-F238E27FC236}">
                    <a16:creationId xmlns:a16="http://schemas.microsoft.com/office/drawing/2014/main" id="{A2FACABA-D264-461B-9581-C983402DAC0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52268" imgH="203024" progId="Equation.3">
                      <p:embed/>
                    </p:oleObj>
                  </mc:Choice>
                  <mc:Fallback>
                    <p:oleObj name="Equation" r:id="rId5" imgW="152268" imgH="203024" progId="Equation.3">
                      <p:embed/>
                      <p:pic>
                        <p:nvPicPr>
                          <p:cNvPr id="75" name="Object 5">
                            <a:extLst>
                              <a:ext uri="{FF2B5EF4-FFF2-40B4-BE49-F238E27FC236}">
                                <a16:creationId xmlns:a16="http://schemas.microsoft.com/office/drawing/2014/main" id="{A2FACABA-D264-461B-9581-C983402DAC0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6" name="Line 6">
                <a:extLst>
                  <a:ext uri="{FF2B5EF4-FFF2-40B4-BE49-F238E27FC236}">
                    <a16:creationId xmlns:a16="http://schemas.microsoft.com/office/drawing/2014/main" id="{C61742F2-4DEA-4FD2-AC7A-599E3BB1A6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1D908F2-4086-4C82-80F6-15F128ED05D4}"/>
                </a:ext>
              </a:extLst>
            </p:cNvPr>
            <p:cNvGrpSpPr/>
            <p:nvPr/>
          </p:nvGrpSpPr>
          <p:grpSpPr>
            <a:xfrm>
              <a:off x="3107171" y="3162963"/>
              <a:ext cx="598191" cy="576176"/>
              <a:chOff x="5046378" y="3463829"/>
              <a:chExt cx="1643299" cy="1511396"/>
            </a:xfrm>
          </p:grpSpPr>
          <p:sp>
            <p:nvSpPr>
              <p:cNvPr id="69" name="Oval 2">
                <a:extLst>
                  <a:ext uri="{FF2B5EF4-FFF2-40B4-BE49-F238E27FC236}">
                    <a16:creationId xmlns:a16="http://schemas.microsoft.com/office/drawing/2014/main" id="{C32C00F6-93D2-4A29-B745-013F3DB47D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70" name="Object 4">
                <a:extLst>
                  <a:ext uri="{FF2B5EF4-FFF2-40B4-BE49-F238E27FC236}">
                    <a16:creationId xmlns:a16="http://schemas.microsoft.com/office/drawing/2014/main" id="{96548BBB-2725-44C5-931E-16D809E47BA3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046378" y="3463829"/>
              <a:ext cx="350838" cy="587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64957" imgH="190335" progId="Equation.3">
                      <p:embed/>
                    </p:oleObj>
                  </mc:Choice>
                  <mc:Fallback>
                    <p:oleObj name="Equation" r:id="rId5" imgW="164957" imgH="190335" progId="Equation.3">
                      <p:embed/>
                      <p:pic>
                        <p:nvPicPr>
                          <p:cNvPr id="70" name="Object 4">
                            <a:extLst>
                              <a:ext uri="{FF2B5EF4-FFF2-40B4-BE49-F238E27FC236}">
                                <a16:creationId xmlns:a16="http://schemas.microsoft.com/office/drawing/2014/main" id="{96548BBB-2725-44C5-931E-16D809E47BA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6378" y="3463829"/>
                            <a:ext cx="350838" cy="587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" name="Object 5">
                <a:extLst>
                  <a:ext uri="{FF2B5EF4-FFF2-40B4-BE49-F238E27FC236}">
                    <a16:creationId xmlns:a16="http://schemas.microsoft.com/office/drawing/2014/main" id="{B704D365-D446-4843-B7AD-AE40E464859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52268" imgH="203024" progId="Equation.3">
                      <p:embed/>
                    </p:oleObj>
                  </mc:Choice>
                  <mc:Fallback>
                    <p:oleObj name="Equation" r:id="rId5" imgW="152268" imgH="203024" progId="Equation.3">
                      <p:embed/>
                      <p:pic>
                        <p:nvPicPr>
                          <p:cNvPr id="71" name="Object 5">
                            <a:extLst>
                              <a:ext uri="{FF2B5EF4-FFF2-40B4-BE49-F238E27FC236}">
                                <a16:creationId xmlns:a16="http://schemas.microsoft.com/office/drawing/2014/main" id="{B704D365-D446-4843-B7AD-AE40E464859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2" name="Line 6">
                <a:extLst>
                  <a:ext uri="{FF2B5EF4-FFF2-40B4-BE49-F238E27FC236}">
                    <a16:creationId xmlns:a16="http://schemas.microsoft.com/office/drawing/2014/main" id="{D18DA64A-B57C-47B4-B7BE-0A5DBE302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631E714-24DF-4B3D-8378-245541F6C532}"/>
                </a:ext>
              </a:extLst>
            </p:cNvPr>
            <p:cNvGrpSpPr/>
            <p:nvPr/>
          </p:nvGrpSpPr>
          <p:grpSpPr>
            <a:xfrm>
              <a:off x="3108783" y="4077018"/>
              <a:ext cx="608427" cy="561250"/>
              <a:chOff x="5018259" y="3679825"/>
              <a:chExt cx="1671418" cy="1472243"/>
            </a:xfrm>
          </p:grpSpPr>
          <p:sp>
            <p:nvSpPr>
              <p:cNvPr id="65" name="Oval 2">
                <a:extLst>
                  <a:ext uri="{FF2B5EF4-FFF2-40B4-BE49-F238E27FC236}">
                    <a16:creationId xmlns:a16="http://schemas.microsoft.com/office/drawing/2014/main" id="{8621A11F-B453-4353-9E89-D8BCEC25F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6" name="Object 4">
                <a:extLst>
                  <a:ext uri="{FF2B5EF4-FFF2-40B4-BE49-F238E27FC236}">
                    <a16:creationId xmlns:a16="http://schemas.microsoft.com/office/drawing/2014/main" id="{540BD9E4-6225-427B-A3B9-5F862C69C729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018259" y="4564692"/>
              <a:ext cx="350838" cy="587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64957" imgH="190335" progId="Equation.3">
                      <p:embed/>
                    </p:oleObj>
                  </mc:Choice>
                  <mc:Fallback>
                    <p:oleObj name="Equation" r:id="rId5" imgW="164957" imgH="190335" progId="Equation.3">
                      <p:embed/>
                      <p:pic>
                        <p:nvPicPr>
                          <p:cNvPr id="66" name="Object 4">
                            <a:extLst>
                              <a:ext uri="{FF2B5EF4-FFF2-40B4-BE49-F238E27FC236}">
                                <a16:creationId xmlns:a16="http://schemas.microsoft.com/office/drawing/2014/main" id="{540BD9E4-6225-427B-A3B9-5F862C69C72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18259" y="4564692"/>
                            <a:ext cx="350838" cy="587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7" name="Object 5">
                <a:extLst>
                  <a:ext uri="{FF2B5EF4-FFF2-40B4-BE49-F238E27FC236}">
                    <a16:creationId xmlns:a16="http://schemas.microsoft.com/office/drawing/2014/main" id="{B019DCC8-CA44-4648-BE9C-E856FF456E3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52268" imgH="203024" progId="Equation.3">
                      <p:embed/>
                    </p:oleObj>
                  </mc:Choice>
                  <mc:Fallback>
                    <p:oleObj name="Equation" r:id="rId5" imgW="152268" imgH="203024" progId="Equation.3">
                      <p:embed/>
                      <p:pic>
                        <p:nvPicPr>
                          <p:cNvPr id="67" name="Object 5">
                            <a:extLst>
                              <a:ext uri="{FF2B5EF4-FFF2-40B4-BE49-F238E27FC236}">
                                <a16:creationId xmlns:a16="http://schemas.microsoft.com/office/drawing/2014/main" id="{B019DCC8-CA44-4648-BE9C-E856FF456E3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8" name="Line 6">
                <a:extLst>
                  <a:ext uri="{FF2B5EF4-FFF2-40B4-BE49-F238E27FC236}">
                    <a16:creationId xmlns:a16="http://schemas.microsoft.com/office/drawing/2014/main" id="{1B1886FD-3BC7-4E8C-B46D-D7B1980D03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CFDC53-F071-4E16-A328-FDE501A1C1DB}"/>
                </a:ext>
              </a:extLst>
            </p:cNvPr>
            <p:cNvGrpSpPr/>
            <p:nvPr/>
          </p:nvGrpSpPr>
          <p:grpSpPr>
            <a:xfrm>
              <a:off x="4979729" y="3210072"/>
              <a:ext cx="639135" cy="493834"/>
              <a:chOff x="4933902" y="3679825"/>
              <a:chExt cx="1755775" cy="1295400"/>
            </a:xfrm>
          </p:grpSpPr>
          <p:sp>
            <p:nvSpPr>
              <p:cNvPr id="61" name="Oval 2">
                <a:extLst>
                  <a:ext uri="{FF2B5EF4-FFF2-40B4-BE49-F238E27FC236}">
                    <a16:creationId xmlns:a16="http://schemas.microsoft.com/office/drawing/2014/main" id="{14B5CA4D-3817-4831-ACAE-83CE0D55EE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2" name="Object 4">
                <a:extLst>
                  <a:ext uri="{FF2B5EF4-FFF2-40B4-BE49-F238E27FC236}">
                    <a16:creationId xmlns:a16="http://schemas.microsoft.com/office/drawing/2014/main" id="{1A5E7495-5EB9-44DC-ACCC-F25FA58626CF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64957" imgH="190335" progId="Equation.3">
                      <p:embed/>
                    </p:oleObj>
                  </mc:Choice>
                  <mc:Fallback>
                    <p:oleObj name="Equation" r:id="rId5" imgW="164957" imgH="190335" progId="Equation.3">
                      <p:embed/>
                      <p:pic>
                        <p:nvPicPr>
                          <p:cNvPr id="62" name="Object 4">
                            <a:extLst>
                              <a:ext uri="{FF2B5EF4-FFF2-40B4-BE49-F238E27FC236}">
                                <a16:creationId xmlns:a16="http://schemas.microsoft.com/office/drawing/2014/main" id="{1A5E7495-5EB9-44DC-ACCC-F25FA58626C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3" name="Object 5">
                <a:extLst>
                  <a:ext uri="{FF2B5EF4-FFF2-40B4-BE49-F238E27FC236}">
                    <a16:creationId xmlns:a16="http://schemas.microsoft.com/office/drawing/2014/main" id="{5F0CBB13-01D0-4D0D-9879-F566D887241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52268" imgH="203024" progId="Equation.3">
                      <p:embed/>
                    </p:oleObj>
                  </mc:Choice>
                  <mc:Fallback>
                    <p:oleObj name="Equation" r:id="rId5" imgW="152268" imgH="203024" progId="Equation.3">
                      <p:embed/>
                      <p:pic>
                        <p:nvPicPr>
                          <p:cNvPr id="63" name="Object 5">
                            <a:extLst>
                              <a:ext uri="{FF2B5EF4-FFF2-40B4-BE49-F238E27FC236}">
                                <a16:creationId xmlns:a16="http://schemas.microsoft.com/office/drawing/2014/main" id="{5F0CBB13-01D0-4D0D-9879-F566D887241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4" name="Line 6">
                <a:extLst>
                  <a:ext uri="{FF2B5EF4-FFF2-40B4-BE49-F238E27FC236}">
                    <a16:creationId xmlns:a16="http://schemas.microsoft.com/office/drawing/2014/main" id="{BAB50662-264E-451F-9E38-BA5E9CF209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BDC8041-137E-4C3C-AD73-E800BB1AB62D}"/>
                </a:ext>
              </a:extLst>
            </p:cNvPr>
            <p:cNvGrpSpPr/>
            <p:nvPr/>
          </p:nvGrpSpPr>
          <p:grpSpPr>
            <a:xfrm>
              <a:off x="3107171" y="2235573"/>
              <a:ext cx="577719" cy="586414"/>
              <a:chOff x="5102616" y="3436971"/>
              <a:chExt cx="1587061" cy="1538254"/>
            </a:xfrm>
          </p:grpSpPr>
          <p:sp>
            <p:nvSpPr>
              <p:cNvPr id="57" name="Oval 2">
                <a:extLst>
                  <a:ext uri="{FF2B5EF4-FFF2-40B4-BE49-F238E27FC236}">
                    <a16:creationId xmlns:a16="http://schemas.microsoft.com/office/drawing/2014/main" id="{A215693A-6741-4C33-9722-2EAABDD51A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58" name="Object 4">
                <a:extLst>
                  <a:ext uri="{FF2B5EF4-FFF2-40B4-BE49-F238E27FC236}">
                    <a16:creationId xmlns:a16="http://schemas.microsoft.com/office/drawing/2014/main" id="{5F75AEB9-B19E-424F-B3A6-6A45E8E39D1F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102616" y="3436971"/>
              <a:ext cx="350838" cy="5873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64957" imgH="190335" progId="Equation.3">
                      <p:embed/>
                    </p:oleObj>
                  </mc:Choice>
                  <mc:Fallback>
                    <p:oleObj name="Equation" r:id="rId5" imgW="164957" imgH="190335" progId="Equation.3">
                      <p:embed/>
                      <p:pic>
                        <p:nvPicPr>
                          <p:cNvPr id="58" name="Object 4">
                            <a:extLst>
                              <a:ext uri="{FF2B5EF4-FFF2-40B4-BE49-F238E27FC236}">
                                <a16:creationId xmlns:a16="http://schemas.microsoft.com/office/drawing/2014/main" id="{5F75AEB9-B19E-424F-B3A6-6A45E8E39D1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02616" y="3436971"/>
                            <a:ext cx="350838" cy="5873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" name="Object 5">
                <a:extLst>
                  <a:ext uri="{FF2B5EF4-FFF2-40B4-BE49-F238E27FC236}">
                    <a16:creationId xmlns:a16="http://schemas.microsoft.com/office/drawing/2014/main" id="{0CCC4A88-DA18-412E-B8C5-5848479CDB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52268" imgH="203024" progId="Equation.3">
                      <p:embed/>
                    </p:oleObj>
                  </mc:Choice>
                  <mc:Fallback>
                    <p:oleObj name="Equation" r:id="rId5" imgW="152268" imgH="203024" progId="Equation.3">
                      <p:embed/>
                      <p:pic>
                        <p:nvPicPr>
                          <p:cNvPr id="59" name="Object 5">
                            <a:extLst>
                              <a:ext uri="{FF2B5EF4-FFF2-40B4-BE49-F238E27FC236}">
                                <a16:creationId xmlns:a16="http://schemas.microsoft.com/office/drawing/2014/main" id="{0CCC4A88-DA18-412E-B8C5-5848479CDB8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" name="Line 6">
                <a:extLst>
                  <a:ext uri="{FF2B5EF4-FFF2-40B4-BE49-F238E27FC236}">
                    <a16:creationId xmlns:a16="http://schemas.microsoft.com/office/drawing/2014/main" id="{FDC2725B-185C-4EBF-9330-72782E2A1C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40010B1-22F3-49EB-A4A0-956999B29B38}"/>
                </a:ext>
              </a:extLst>
            </p:cNvPr>
            <p:cNvGrpSpPr/>
            <p:nvPr/>
          </p:nvGrpSpPr>
          <p:grpSpPr>
            <a:xfrm>
              <a:off x="4979729" y="4048572"/>
              <a:ext cx="639135" cy="493834"/>
              <a:chOff x="4933902" y="3679825"/>
              <a:chExt cx="1755775" cy="1295400"/>
            </a:xfrm>
          </p:grpSpPr>
          <p:sp>
            <p:nvSpPr>
              <p:cNvPr id="53" name="Oval 2">
                <a:extLst>
                  <a:ext uri="{FF2B5EF4-FFF2-40B4-BE49-F238E27FC236}">
                    <a16:creationId xmlns:a16="http://schemas.microsoft.com/office/drawing/2014/main" id="{5A313EDA-9CA3-4AD1-8899-4D603C1D42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54" name="Object 4">
                <a:extLst>
                  <a:ext uri="{FF2B5EF4-FFF2-40B4-BE49-F238E27FC236}">
                    <a16:creationId xmlns:a16="http://schemas.microsoft.com/office/drawing/2014/main" id="{AE739F57-FCD2-4353-A2CC-309C24FEB3E8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64957" imgH="190335" progId="Equation.3">
                      <p:embed/>
                    </p:oleObj>
                  </mc:Choice>
                  <mc:Fallback>
                    <p:oleObj name="Equation" r:id="rId5" imgW="164957" imgH="190335" progId="Equation.3">
                      <p:embed/>
                      <p:pic>
                        <p:nvPicPr>
                          <p:cNvPr id="54" name="Object 4">
                            <a:extLst>
                              <a:ext uri="{FF2B5EF4-FFF2-40B4-BE49-F238E27FC236}">
                                <a16:creationId xmlns:a16="http://schemas.microsoft.com/office/drawing/2014/main" id="{AE739F57-FCD2-4353-A2CC-309C24FEB3E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" name="Object 5">
                <a:extLst>
                  <a:ext uri="{FF2B5EF4-FFF2-40B4-BE49-F238E27FC236}">
                    <a16:creationId xmlns:a16="http://schemas.microsoft.com/office/drawing/2014/main" id="{1F7F7BEA-BA69-4C91-BAB0-2F59E664F42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52268" imgH="203024" progId="Equation.3">
                      <p:embed/>
                    </p:oleObj>
                  </mc:Choice>
                  <mc:Fallback>
                    <p:oleObj name="Equation" r:id="rId5" imgW="152268" imgH="203024" progId="Equation.3">
                      <p:embed/>
                      <p:pic>
                        <p:nvPicPr>
                          <p:cNvPr id="55" name="Object 5">
                            <a:extLst>
                              <a:ext uri="{FF2B5EF4-FFF2-40B4-BE49-F238E27FC236}">
                                <a16:creationId xmlns:a16="http://schemas.microsoft.com/office/drawing/2014/main" id="{1F7F7BEA-BA69-4C91-BAB0-2F59E664F42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6" name="Line 6">
                <a:extLst>
                  <a:ext uri="{FF2B5EF4-FFF2-40B4-BE49-F238E27FC236}">
                    <a16:creationId xmlns:a16="http://schemas.microsoft.com/office/drawing/2014/main" id="{7B36D919-4633-40CD-8BFE-02CB66738C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43B5380-7D79-45D2-BEE7-2D524D70C05C}"/>
                </a:ext>
              </a:extLst>
            </p:cNvPr>
            <p:cNvCxnSpPr>
              <a:stCxn id="7" idx="6"/>
              <a:endCxn id="69" idx="1"/>
            </p:cNvCxnSpPr>
            <p:nvPr/>
          </p:nvCxnSpPr>
          <p:spPr>
            <a:xfrm>
              <a:off x="2118816" y="2594781"/>
              <a:ext cx="1160381" cy="72284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C585D89-FAEE-4DC3-AA2B-A2F271C57B98}"/>
                </a:ext>
              </a:extLst>
            </p:cNvPr>
            <p:cNvCxnSpPr>
              <a:stCxn id="7" idx="6"/>
              <a:endCxn id="65" idx="1"/>
            </p:cNvCxnSpPr>
            <p:nvPr/>
          </p:nvCxnSpPr>
          <p:spPr>
            <a:xfrm>
              <a:off x="2118816" y="2594781"/>
              <a:ext cx="1172228" cy="155455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E184AD4-88A0-4DA2-BB66-6BF603D7C4F9}"/>
                </a:ext>
              </a:extLst>
            </p:cNvPr>
            <p:cNvCxnSpPr>
              <a:stCxn id="8" idx="6"/>
            </p:cNvCxnSpPr>
            <p:nvPr/>
          </p:nvCxnSpPr>
          <p:spPr>
            <a:xfrm flipV="1">
              <a:off x="2134169" y="2688576"/>
              <a:ext cx="1059773" cy="7997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101BC28-B112-4972-9CB9-FE807B9D583E}"/>
                </a:ext>
              </a:extLst>
            </p:cNvPr>
            <p:cNvCxnSpPr>
              <a:stCxn id="8" idx="6"/>
              <a:endCxn id="69" idx="2"/>
            </p:cNvCxnSpPr>
            <p:nvPr/>
          </p:nvCxnSpPr>
          <p:spPr>
            <a:xfrm>
              <a:off x="2134169" y="3488363"/>
              <a:ext cx="1071909" cy="3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C0037D1-EF3A-4350-B12C-B16AFA88B50E}"/>
                </a:ext>
              </a:extLst>
            </p:cNvPr>
            <p:cNvCxnSpPr>
              <a:stCxn id="8" idx="6"/>
              <a:endCxn id="65" idx="2"/>
            </p:cNvCxnSpPr>
            <p:nvPr/>
          </p:nvCxnSpPr>
          <p:spPr>
            <a:xfrm>
              <a:off x="2134169" y="3488362"/>
              <a:ext cx="1083756" cy="8355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1422D74-00C0-415A-81E0-2454150EFC93}"/>
                </a:ext>
              </a:extLst>
            </p:cNvPr>
            <p:cNvCxnSpPr>
              <a:stCxn id="9" idx="6"/>
              <a:endCxn id="57" idx="3"/>
            </p:cNvCxnSpPr>
            <p:nvPr/>
          </p:nvCxnSpPr>
          <p:spPr>
            <a:xfrm flipV="1">
              <a:off x="2159758" y="2749672"/>
              <a:ext cx="1098968" cy="1546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49932BD-566E-4620-B777-23488CEA69F2}"/>
                </a:ext>
              </a:extLst>
            </p:cNvPr>
            <p:cNvCxnSpPr>
              <a:stCxn id="9" idx="6"/>
              <a:endCxn id="69" idx="3"/>
            </p:cNvCxnSpPr>
            <p:nvPr/>
          </p:nvCxnSpPr>
          <p:spPr>
            <a:xfrm flipV="1">
              <a:off x="2159759" y="3666820"/>
              <a:ext cx="1119438" cy="6296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F9D78BE-760D-45AE-9F4E-E1D26672CE7D}"/>
                </a:ext>
              </a:extLst>
            </p:cNvPr>
            <p:cNvCxnSpPr>
              <a:stCxn id="9" idx="6"/>
            </p:cNvCxnSpPr>
            <p:nvPr/>
          </p:nvCxnSpPr>
          <p:spPr>
            <a:xfrm>
              <a:off x="2159759" y="4296473"/>
              <a:ext cx="1044584" cy="1194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1AA85B6-F583-4C3A-8FA2-604973FA685A}"/>
                </a:ext>
              </a:extLst>
            </p:cNvPr>
            <p:cNvCxnSpPr>
              <a:stCxn id="57" idx="6"/>
            </p:cNvCxnSpPr>
            <p:nvPr/>
          </p:nvCxnSpPr>
          <p:spPr>
            <a:xfrm>
              <a:off x="3684890" y="2575070"/>
              <a:ext cx="1434686" cy="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52EA07E-4ACA-4B85-8B11-4FAC4E79F17C}"/>
                </a:ext>
              </a:extLst>
            </p:cNvPr>
            <p:cNvCxnSpPr>
              <a:stCxn id="57" idx="6"/>
              <a:endCxn id="61" idx="2"/>
            </p:cNvCxnSpPr>
            <p:nvPr/>
          </p:nvCxnSpPr>
          <p:spPr>
            <a:xfrm>
              <a:off x="3684890" y="2575071"/>
              <a:ext cx="1434686" cy="88191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71B3A94-A4FC-4ABA-A509-864B8D836F26}"/>
                </a:ext>
              </a:extLst>
            </p:cNvPr>
            <p:cNvCxnSpPr>
              <a:stCxn id="57" idx="6"/>
              <a:endCxn id="53" idx="2"/>
            </p:cNvCxnSpPr>
            <p:nvPr/>
          </p:nvCxnSpPr>
          <p:spPr>
            <a:xfrm>
              <a:off x="3684890" y="2575071"/>
              <a:ext cx="1434686" cy="172041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24B661F-AE79-40B9-9BF7-DD0A18BC245A}"/>
                </a:ext>
              </a:extLst>
            </p:cNvPr>
            <p:cNvCxnSpPr>
              <a:stCxn id="69" idx="6"/>
              <a:endCxn id="73" idx="2"/>
            </p:cNvCxnSpPr>
            <p:nvPr/>
          </p:nvCxnSpPr>
          <p:spPr>
            <a:xfrm flipV="1">
              <a:off x="3705363" y="2642170"/>
              <a:ext cx="1386544" cy="8500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C5C19C5-1479-4F47-B628-68ECDB03921A}"/>
                </a:ext>
              </a:extLst>
            </p:cNvPr>
            <p:cNvCxnSpPr>
              <a:stCxn id="69" idx="6"/>
              <a:endCxn id="61" idx="2"/>
            </p:cNvCxnSpPr>
            <p:nvPr/>
          </p:nvCxnSpPr>
          <p:spPr>
            <a:xfrm flipV="1">
              <a:off x="3705362" y="3456988"/>
              <a:ext cx="1414214" cy="35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870403D-63C8-427D-AC4A-394762FA6D94}"/>
                </a:ext>
              </a:extLst>
            </p:cNvPr>
            <p:cNvCxnSpPr>
              <a:stCxn id="69" idx="6"/>
              <a:endCxn id="53" idx="2"/>
            </p:cNvCxnSpPr>
            <p:nvPr/>
          </p:nvCxnSpPr>
          <p:spPr>
            <a:xfrm>
              <a:off x="3705362" y="3492222"/>
              <a:ext cx="1414214" cy="8032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A18AFF2-DB40-4AD8-B0BC-413BBFC73250}"/>
                </a:ext>
              </a:extLst>
            </p:cNvPr>
            <p:cNvCxnSpPr>
              <a:stCxn id="65" idx="6"/>
              <a:endCxn id="73" idx="3"/>
            </p:cNvCxnSpPr>
            <p:nvPr/>
          </p:nvCxnSpPr>
          <p:spPr>
            <a:xfrm flipV="1">
              <a:off x="3717210" y="2816767"/>
              <a:ext cx="1447815" cy="1507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067D4EC-82BD-469F-8122-423BEE7B0C66}"/>
                </a:ext>
              </a:extLst>
            </p:cNvPr>
            <p:cNvCxnSpPr>
              <a:stCxn id="65" idx="6"/>
              <a:endCxn id="61" idx="3"/>
            </p:cNvCxnSpPr>
            <p:nvPr/>
          </p:nvCxnSpPr>
          <p:spPr>
            <a:xfrm flipV="1">
              <a:off x="3717210" y="3631585"/>
              <a:ext cx="1475485" cy="6923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79603B4-52A5-4B82-8A6A-A74D9C3E9F8F}"/>
                </a:ext>
              </a:extLst>
            </p:cNvPr>
            <p:cNvCxnSpPr>
              <a:stCxn id="65" idx="6"/>
              <a:endCxn id="53" idx="2"/>
            </p:cNvCxnSpPr>
            <p:nvPr/>
          </p:nvCxnSpPr>
          <p:spPr>
            <a:xfrm flipV="1">
              <a:off x="3717210" y="4295489"/>
              <a:ext cx="1402366" cy="284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1B8BA96-97E5-41CD-8B29-3E3A4B4C550B}"/>
                </a:ext>
              </a:extLst>
            </p:cNvPr>
            <p:cNvSpPr txBox="1"/>
            <p:nvPr/>
          </p:nvSpPr>
          <p:spPr>
            <a:xfrm>
              <a:off x="4208972" y="2289194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C6FF80D-03C4-449F-BD4A-AA2DF7836F8A}"/>
                </a:ext>
              </a:extLst>
            </p:cNvPr>
            <p:cNvSpPr txBox="1"/>
            <p:nvPr/>
          </p:nvSpPr>
          <p:spPr>
            <a:xfrm>
              <a:off x="5283473" y="3790792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n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A4BE191-3F0A-4EB7-B476-9456B63B3AE8}"/>
                </a:ext>
              </a:extLst>
            </p:cNvPr>
            <p:cNvCxnSpPr>
              <a:stCxn id="73" idx="6"/>
            </p:cNvCxnSpPr>
            <p:nvPr/>
          </p:nvCxnSpPr>
          <p:spPr>
            <a:xfrm flipV="1">
              <a:off x="5591194" y="2641545"/>
              <a:ext cx="765251" cy="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DD5BDA1-5070-462F-B728-B3CDF9D6B608}"/>
                </a:ext>
              </a:extLst>
            </p:cNvPr>
            <p:cNvCxnSpPr>
              <a:stCxn id="61" idx="6"/>
            </p:cNvCxnSpPr>
            <p:nvPr/>
          </p:nvCxnSpPr>
          <p:spPr>
            <a:xfrm flipV="1">
              <a:off x="5618863" y="3435279"/>
              <a:ext cx="811328" cy="217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4F713F-96CA-4C82-BAE2-B607E637FDC2}"/>
                </a:ext>
              </a:extLst>
            </p:cNvPr>
            <p:cNvCxnSpPr>
              <a:stCxn id="53" idx="6"/>
            </p:cNvCxnSpPr>
            <p:nvPr/>
          </p:nvCxnSpPr>
          <p:spPr>
            <a:xfrm flipV="1">
              <a:off x="5618863" y="4289439"/>
              <a:ext cx="737582" cy="60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B847828-B198-45A0-9497-56A333DFBC24}"/>
                </a:ext>
              </a:extLst>
            </p:cNvPr>
            <p:cNvSpPr txBox="1"/>
            <p:nvPr/>
          </p:nvSpPr>
          <p:spPr>
            <a:xfrm>
              <a:off x="5795291" y="2364545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1B2C099-B318-441F-AAA5-E0CEE5353CE9}"/>
                </a:ext>
              </a:extLst>
            </p:cNvPr>
            <p:cNvSpPr txBox="1"/>
            <p:nvPr/>
          </p:nvSpPr>
          <p:spPr>
            <a:xfrm>
              <a:off x="5831825" y="3164948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DECEB4A-072B-413A-9C1B-A58F10FB73C7}"/>
                </a:ext>
              </a:extLst>
            </p:cNvPr>
            <p:cNvSpPr txBox="1"/>
            <p:nvPr/>
          </p:nvSpPr>
          <p:spPr>
            <a:xfrm>
              <a:off x="5826227" y="3983993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0E95D2F-299A-48AB-A159-EA45BB3F3D31}"/>
                </a:ext>
              </a:extLst>
            </p:cNvPr>
            <p:cNvSpPr txBox="1"/>
            <p:nvPr/>
          </p:nvSpPr>
          <p:spPr>
            <a:xfrm>
              <a:off x="3412510" y="2406566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4C6DFDF-7F1A-4AAC-8AA2-8CE27ADDCAEA}"/>
                </a:ext>
              </a:extLst>
            </p:cNvPr>
            <p:cNvSpPr txBox="1"/>
            <p:nvPr/>
          </p:nvSpPr>
          <p:spPr>
            <a:xfrm>
              <a:off x="3413630" y="3369453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063D087-A44A-4853-B765-B719C510421B}"/>
                </a:ext>
              </a:extLst>
            </p:cNvPr>
            <p:cNvSpPr txBox="1"/>
            <p:nvPr/>
          </p:nvSpPr>
          <p:spPr>
            <a:xfrm>
              <a:off x="3445031" y="4209408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E501814-B07D-4642-8426-12EF0E9608E9}"/>
                </a:ext>
              </a:extLst>
            </p:cNvPr>
            <p:cNvSpPr txBox="1"/>
            <p:nvPr/>
          </p:nvSpPr>
          <p:spPr>
            <a:xfrm>
              <a:off x="4061528" y="2676557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F58583A-315D-42EE-ADA9-B051E5A62935}"/>
                </a:ext>
              </a:extLst>
            </p:cNvPr>
            <p:cNvSpPr txBox="1"/>
            <p:nvPr/>
          </p:nvSpPr>
          <p:spPr>
            <a:xfrm>
              <a:off x="3712023" y="2755235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13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B726A6A-D4E4-42E1-8135-01154AF5DF01}"/>
                </a:ext>
              </a:extLst>
            </p:cNvPr>
            <p:cNvSpPr txBox="1"/>
            <p:nvPr/>
          </p:nvSpPr>
          <p:spPr>
            <a:xfrm>
              <a:off x="2435380" y="2312448"/>
              <a:ext cx="50711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CDCB764-C2A1-4053-A2B8-320815284E42}"/>
                </a:ext>
              </a:extLst>
            </p:cNvPr>
            <p:cNvSpPr txBox="1"/>
            <p:nvPr/>
          </p:nvSpPr>
          <p:spPr>
            <a:xfrm>
              <a:off x="2446121" y="2649176"/>
              <a:ext cx="595280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996B3CF-07BC-4E7A-87B3-5B7512820513}"/>
                </a:ext>
              </a:extLst>
            </p:cNvPr>
            <p:cNvSpPr txBox="1"/>
            <p:nvPr/>
          </p:nvSpPr>
          <p:spPr>
            <a:xfrm>
              <a:off x="2030060" y="2772892"/>
              <a:ext cx="534015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13</a:t>
              </a:r>
            </a:p>
          </p:txBody>
        </p:sp>
      </p:grpSp>
      <p:sp>
        <p:nvSpPr>
          <p:cNvPr id="78" name="Arrow: Left 77">
            <a:extLst>
              <a:ext uri="{FF2B5EF4-FFF2-40B4-BE49-F238E27FC236}">
                <a16:creationId xmlns:a16="http://schemas.microsoft.com/office/drawing/2014/main" id="{B03CF274-3383-44C1-BF0B-5D10DF818537}"/>
              </a:ext>
            </a:extLst>
          </p:cNvPr>
          <p:cNvSpPr/>
          <p:nvPr/>
        </p:nvSpPr>
        <p:spPr>
          <a:xfrm rot="1096970">
            <a:off x="4995983" y="3328405"/>
            <a:ext cx="900726" cy="247117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Left 78">
            <a:extLst>
              <a:ext uri="{FF2B5EF4-FFF2-40B4-BE49-F238E27FC236}">
                <a16:creationId xmlns:a16="http://schemas.microsoft.com/office/drawing/2014/main" id="{B1A36435-6EA0-48AB-9F77-A2C8BEBAE22A}"/>
              </a:ext>
            </a:extLst>
          </p:cNvPr>
          <p:cNvSpPr/>
          <p:nvPr/>
        </p:nvSpPr>
        <p:spPr>
          <a:xfrm rot="20978093">
            <a:off x="4946904" y="3821654"/>
            <a:ext cx="900726" cy="247117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Arrow: Left 79">
            <a:extLst>
              <a:ext uri="{FF2B5EF4-FFF2-40B4-BE49-F238E27FC236}">
                <a16:creationId xmlns:a16="http://schemas.microsoft.com/office/drawing/2014/main" id="{7DCD945E-CEEB-4E82-A14F-C69F9F283B5B}"/>
              </a:ext>
            </a:extLst>
          </p:cNvPr>
          <p:cNvSpPr/>
          <p:nvPr/>
        </p:nvSpPr>
        <p:spPr>
          <a:xfrm rot="20204912">
            <a:off x="4808692" y="4318877"/>
            <a:ext cx="1211356" cy="247973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94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ANNs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0" y="1113863"/>
            <a:ext cx="4343400" cy="17452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Step 1: select random weights</a:t>
            </a:r>
          </a:p>
          <a:p>
            <a:r>
              <a:rPr lang="en-US" dirty="0"/>
              <a:t>Step 2: input the first input pattern [x1, x2, …, xm]</a:t>
            </a:r>
          </a:p>
          <a:p>
            <a:r>
              <a:rPr lang="en-US" dirty="0"/>
              <a:t>Step 3: find the values from the hidden layer.</a:t>
            </a:r>
          </a:p>
          <a:p>
            <a:r>
              <a:rPr lang="en-US" dirty="0"/>
              <a:t>Step 4: find the output values.</a:t>
            </a:r>
          </a:p>
          <a:p>
            <a:r>
              <a:rPr lang="en-US" dirty="0"/>
              <a:t>Step 5: find the error in the output layer.</a:t>
            </a:r>
          </a:p>
          <a:p>
            <a:r>
              <a:rPr lang="en-US" dirty="0"/>
              <a:t>Step 6: find the error in the hidden layer.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4E98A0-A77E-47B3-9668-3C3257C3BAA0}"/>
                  </a:ext>
                </a:extLst>
              </p:cNvPr>
              <p:cNvSpPr txBox="1"/>
              <p:nvPr/>
            </p:nvSpPr>
            <p:spPr>
              <a:xfrm>
                <a:off x="1575129" y="1352550"/>
                <a:ext cx="2584104" cy="6058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h𝑗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  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nary>
                        <m:naryPr>
                          <m:chr m:val="∑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𝑜𝑘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4E98A0-A77E-47B3-9668-3C3257C3B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129" y="1352550"/>
                <a:ext cx="2584104" cy="605807"/>
              </a:xfrm>
              <a:prstGeom prst="rect">
                <a:avLst/>
              </a:prstGeom>
              <a:blipFill>
                <a:blip r:embed="rId2"/>
                <a:stretch>
                  <a:fillRect b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6589F81-A116-43C0-B270-5BFBDE8318F3}"/>
              </a:ext>
            </a:extLst>
          </p:cNvPr>
          <p:cNvGrpSpPr/>
          <p:nvPr/>
        </p:nvGrpSpPr>
        <p:grpSpPr>
          <a:xfrm>
            <a:off x="123431" y="2392157"/>
            <a:ext cx="4953000" cy="2514600"/>
            <a:chOff x="1555846" y="1837071"/>
            <a:chExt cx="4874345" cy="280119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4350D73-C5EE-4ED9-9F68-54EFA81E187F}"/>
                </a:ext>
              </a:extLst>
            </p:cNvPr>
            <p:cNvSpPr/>
            <p:nvPr/>
          </p:nvSpPr>
          <p:spPr>
            <a:xfrm>
              <a:off x="1688911" y="2344003"/>
              <a:ext cx="429905" cy="5015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B7F8316-9AC2-44E7-943A-A80A5C950F9B}"/>
                </a:ext>
              </a:extLst>
            </p:cNvPr>
            <p:cNvSpPr/>
            <p:nvPr/>
          </p:nvSpPr>
          <p:spPr>
            <a:xfrm>
              <a:off x="1673557" y="3237585"/>
              <a:ext cx="460612" cy="5015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250BFDF-945C-4F4D-86EC-8200F286CF8C}"/>
                </a:ext>
              </a:extLst>
            </p:cNvPr>
            <p:cNvSpPr/>
            <p:nvPr/>
          </p:nvSpPr>
          <p:spPr>
            <a:xfrm>
              <a:off x="1688911" y="4030341"/>
              <a:ext cx="470848" cy="5322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6B2FCF4-B62A-40FB-A7CB-31040B039BF1}"/>
                </a:ext>
              </a:extLst>
            </p:cNvPr>
            <p:cNvSpPr txBox="1"/>
            <p:nvPr/>
          </p:nvSpPr>
          <p:spPr>
            <a:xfrm>
              <a:off x="1555846" y="1914098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Input layer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9DA9525-63FC-4A7C-8A45-A8FB1F300BBF}"/>
                </a:ext>
              </a:extLst>
            </p:cNvPr>
            <p:cNvSpPr txBox="1"/>
            <p:nvPr/>
          </p:nvSpPr>
          <p:spPr>
            <a:xfrm>
              <a:off x="2983742" y="1877904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Hidden layer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87D38AF-7575-490C-84BA-92F29A1E0D57}"/>
                </a:ext>
              </a:extLst>
            </p:cNvPr>
            <p:cNvSpPr txBox="1"/>
            <p:nvPr/>
          </p:nvSpPr>
          <p:spPr>
            <a:xfrm>
              <a:off x="4690604" y="1837071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output layer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862D365-38FC-471A-A5D5-D36FCEFBB7D3}"/>
                </a:ext>
              </a:extLst>
            </p:cNvPr>
            <p:cNvCxnSpPr>
              <a:stCxn id="7" idx="6"/>
            </p:cNvCxnSpPr>
            <p:nvPr/>
          </p:nvCxnSpPr>
          <p:spPr>
            <a:xfrm flipV="1">
              <a:off x="2118815" y="2575075"/>
              <a:ext cx="1060260" cy="1970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4041A3B-542D-4AE1-AF96-46D5397799E9}"/>
                </a:ext>
              </a:extLst>
            </p:cNvPr>
            <p:cNvGrpSpPr/>
            <p:nvPr/>
          </p:nvGrpSpPr>
          <p:grpSpPr>
            <a:xfrm>
              <a:off x="4952059" y="2395254"/>
              <a:ext cx="639135" cy="493834"/>
              <a:chOff x="4933902" y="3679825"/>
              <a:chExt cx="1755775" cy="1295400"/>
            </a:xfrm>
          </p:grpSpPr>
          <p:sp>
            <p:nvSpPr>
              <p:cNvPr id="73" name="Oval 2">
                <a:extLst>
                  <a:ext uri="{FF2B5EF4-FFF2-40B4-BE49-F238E27FC236}">
                    <a16:creationId xmlns:a16="http://schemas.microsoft.com/office/drawing/2014/main" id="{D1664708-34D2-4DC0-92AB-8CE71151F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74" name="Object 4">
                <a:extLst>
                  <a:ext uri="{FF2B5EF4-FFF2-40B4-BE49-F238E27FC236}">
                    <a16:creationId xmlns:a16="http://schemas.microsoft.com/office/drawing/2014/main" id="{FD3C3079-C312-4AA6-8166-E6E8CE552735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64957" imgH="190335" progId="Equation.3">
                      <p:embed/>
                    </p:oleObj>
                  </mc:Choice>
                  <mc:Fallback>
                    <p:oleObj name="Equation" r:id="rId3" imgW="164957" imgH="190335" progId="Equation.3">
                      <p:embed/>
                      <p:pic>
                        <p:nvPicPr>
                          <p:cNvPr id="74" name="Object 4">
                            <a:extLst>
                              <a:ext uri="{FF2B5EF4-FFF2-40B4-BE49-F238E27FC236}">
                                <a16:creationId xmlns:a16="http://schemas.microsoft.com/office/drawing/2014/main" id="{FD3C3079-C312-4AA6-8166-E6E8CE55273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" name="Object 5">
                <a:extLst>
                  <a:ext uri="{FF2B5EF4-FFF2-40B4-BE49-F238E27FC236}">
                    <a16:creationId xmlns:a16="http://schemas.microsoft.com/office/drawing/2014/main" id="{D8237081-D506-48E2-8EF3-7A271520980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52268" imgH="203024" progId="Equation.3">
                      <p:embed/>
                    </p:oleObj>
                  </mc:Choice>
                  <mc:Fallback>
                    <p:oleObj name="Equation" r:id="rId3" imgW="152268" imgH="203024" progId="Equation.3">
                      <p:embed/>
                      <p:pic>
                        <p:nvPicPr>
                          <p:cNvPr id="75" name="Object 5">
                            <a:extLst>
                              <a:ext uri="{FF2B5EF4-FFF2-40B4-BE49-F238E27FC236}">
                                <a16:creationId xmlns:a16="http://schemas.microsoft.com/office/drawing/2014/main" id="{D8237081-D506-48E2-8EF3-7A271520980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6" name="Line 6">
                <a:extLst>
                  <a:ext uri="{FF2B5EF4-FFF2-40B4-BE49-F238E27FC236}">
                    <a16:creationId xmlns:a16="http://schemas.microsoft.com/office/drawing/2014/main" id="{51D5EF29-D89D-410A-ABD9-3F5F85A891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2BECA0F-B7E8-4026-BFE9-4D96DC54A41E}"/>
                </a:ext>
              </a:extLst>
            </p:cNvPr>
            <p:cNvGrpSpPr/>
            <p:nvPr/>
          </p:nvGrpSpPr>
          <p:grpSpPr>
            <a:xfrm>
              <a:off x="3107171" y="3162963"/>
              <a:ext cx="598191" cy="576176"/>
              <a:chOff x="5046378" y="3463829"/>
              <a:chExt cx="1643299" cy="1511396"/>
            </a:xfrm>
          </p:grpSpPr>
          <p:sp>
            <p:nvSpPr>
              <p:cNvPr id="69" name="Oval 2">
                <a:extLst>
                  <a:ext uri="{FF2B5EF4-FFF2-40B4-BE49-F238E27FC236}">
                    <a16:creationId xmlns:a16="http://schemas.microsoft.com/office/drawing/2014/main" id="{69FBEACA-DB9D-4805-9CA5-D9DA24AF3C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70" name="Object 4">
                <a:extLst>
                  <a:ext uri="{FF2B5EF4-FFF2-40B4-BE49-F238E27FC236}">
                    <a16:creationId xmlns:a16="http://schemas.microsoft.com/office/drawing/2014/main" id="{ECC87586-F087-4457-8B62-32D11909F359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046378" y="3463829"/>
              <a:ext cx="350838" cy="587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64957" imgH="190335" progId="Equation.3">
                      <p:embed/>
                    </p:oleObj>
                  </mc:Choice>
                  <mc:Fallback>
                    <p:oleObj name="Equation" r:id="rId3" imgW="164957" imgH="190335" progId="Equation.3">
                      <p:embed/>
                      <p:pic>
                        <p:nvPicPr>
                          <p:cNvPr id="70" name="Object 4">
                            <a:extLst>
                              <a:ext uri="{FF2B5EF4-FFF2-40B4-BE49-F238E27FC236}">
                                <a16:creationId xmlns:a16="http://schemas.microsoft.com/office/drawing/2014/main" id="{ECC87586-F087-4457-8B62-32D11909F35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6378" y="3463829"/>
                            <a:ext cx="350838" cy="587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" name="Object 5">
                <a:extLst>
                  <a:ext uri="{FF2B5EF4-FFF2-40B4-BE49-F238E27FC236}">
                    <a16:creationId xmlns:a16="http://schemas.microsoft.com/office/drawing/2014/main" id="{AC245749-C9E3-4A1E-AA3F-4BCDEBB5784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52268" imgH="203024" progId="Equation.3">
                      <p:embed/>
                    </p:oleObj>
                  </mc:Choice>
                  <mc:Fallback>
                    <p:oleObj name="Equation" r:id="rId3" imgW="152268" imgH="203024" progId="Equation.3">
                      <p:embed/>
                      <p:pic>
                        <p:nvPicPr>
                          <p:cNvPr id="71" name="Object 5">
                            <a:extLst>
                              <a:ext uri="{FF2B5EF4-FFF2-40B4-BE49-F238E27FC236}">
                                <a16:creationId xmlns:a16="http://schemas.microsoft.com/office/drawing/2014/main" id="{AC245749-C9E3-4A1E-AA3F-4BCDEBB5784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2" name="Line 6">
                <a:extLst>
                  <a:ext uri="{FF2B5EF4-FFF2-40B4-BE49-F238E27FC236}">
                    <a16:creationId xmlns:a16="http://schemas.microsoft.com/office/drawing/2014/main" id="{FD3E11C4-B90F-4298-A599-0D137C24AE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8D25E0F-36F9-465B-A198-8D49951B7EF1}"/>
                </a:ext>
              </a:extLst>
            </p:cNvPr>
            <p:cNvGrpSpPr/>
            <p:nvPr/>
          </p:nvGrpSpPr>
          <p:grpSpPr>
            <a:xfrm>
              <a:off x="3108783" y="4077018"/>
              <a:ext cx="608427" cy="561250"/>
              <a:chOff x="5018259" y="3679825"/>
              <a:chExt cx="1671418" cy="1472243"/>
            </a:xfrm>
          </p:grpSpPr>
          <p:sp>
            <p:nvSpPr>
              <p:cNvPr id="65" name="Oval 2">
                <a:extLst>
                  <a:ext uri="{FF2B5EF4-FFF2-40B4-BE49-F238E27FC236}">
                    <a16:creationId xmlns:a16="http://schemas.microsoft.com/office/drawing/2014/main" id="{26B46D18-3361-4817-B9AF-8A9F4F52FD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6" name="Object 4">
                <a:extLst>
                  <a:ext uri="{FF2B5EF4-FFF2-40B4-BE49-F238E27FC236}">
                    <a16:creationId xmlns:a16="http://schemas.microsoft.com/office/drawing/2014/main" id="{1B193251-57B4-486D-8E33-0750B4004C98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018259" y="4564692"/>
              <a:ext cx="350838" cy="587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64957" imgH="190335" progId="Equation.3">
                      <p:embed/>
                    </p:oleObj>
                  </mc:Choice>
                  <mc:Fallback>
                    <p:oleObj name="Equation" r:id="rId3" imgW="164957" imgH="190335" progId="Equation.3">
                      <p:embed/>
                      <p:pic>
                        <p:nvPicPr>
                          <p:cNvPr id="66" name="Object 4">
                            <a:extLst>
                              <a:ext uri="{FF2B5EF4-FFF2-40B4-BE49-F238E27FC236}">
                                <a16:creationId xmlns:a16="http://schemas.microsoft.com/office/drawing/2014/main" id="{1B193251-57B4-486D-8E33-0750B4004C9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18259" y="4564692"/>
                            <a:ext cx="350838" cy="587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7" name="Object 5">
                <a:extLst>
                  <a:ext uri="{FF2B5EF4-FFF2-40B4-BE49-F238E27FC236}">
                    <a16:creationId xmlns:a16="http://schemas.microsoft.com/office/drawing/2014/main" id="{22D7899D-8075-4CDF-80C4-37682C73A3B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52268" imgH="203024" progId="Equation.3">
                      <p:embed/>
                    </p:oleObj>
                  </mc:Choice>
                  <mc:Fallback>
                    <p:oleObj name="Equation" r:id="rId3" imgW="152268" imgH="203024" progId="Equation.3">
                      <p:embed/>
                      <p:pic>
                        <p:nvPicPr>
                          <p:cNvPr id="67" name="Object 5">
                            <a:extLst>
                              <a:ext uri="{FF2B5EF4-FFF2-40B4-BE49-F238E27FC236}">
                                <a16:creationId xmlns:a16="http://schemas.microsoft.com/office/drawing/2014/main" id="{22D7899D-8075-4CDF-80C4-37682C73A3B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8" name="Line 6">
                <a:extLst>
                  <a:ext uri="{FF2B5EF4-FFF2-40B4-BE49-F238E27FC236}">
                    <a16:creationId xmlns:a16="http://schemas.microsoft.com/office/drawing/2014/main" id="{98B8C12C-B1FB-4F82-8111-805E6491D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678979B-CD53-46E4-86BE-C6F57D0DF303}"/>
                </a:ext>
              </a:extLst>
            </p:cNvPr>
            <p:cNvGrpSpPr/>
            <p:nvPr/>
          </p:nvGrpSpPr>
          <p:grpSpPr>
            <a:xfrm>
              <a:off x="4979729" y="3210072"/>
              <a:ext cx="639135" cy="493834"/>
              <a:chOff x="4933902" y="3679825"/>
              <a:chExt cx="1755775" cy="1295400"/>
            </a:xfrm>
          </p:grpSpPr>
          <p:sp>
            <p:nvSpPr>
              <p:cNvPr id="61" name="Oval 2">
                <a:extLst>
                  <a:ext uri="{FF2B5EF4-FFF2-40B4-BE49-F238E27FC236}">
                    <a16:creationId xmlns:a16="http://schemas.microsoft.com/office/drawing/2014/main" id="{E5D8FAAA-E01D-49BF-962B-4421C11FA5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2" name="Object 4">
                <a:extLst>
                  <a:ext uri="{FF2B5EF4-FFF2-40B4-BE49-F238E27FC236}">
                    <a16:creationId xmlns:a16="http://schemas.microsoft.com/office/drawing/2014/main" id="{AF1B94F1-CD43-40C2-8599-B2D821C4FB89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64957" imgH="190335" progId="Equation.3">
                      <p:embed/>
                    </p:oleObj>
                  </mc:Choice>
                  <mc:Fallback>
                    <p:oleObj name="Equation" r:id="rId3" imgW="164957" imgH="190335" progId="Equation.3">
                      <p:embed/>
                      <p:pic>
                        <p:nvPicPr>
                          <p:cNvPr id="62" name="Object 4">
                            <a:extLst>
                              <a:ext uri="{FF2B5EF4-FFF2-40B4-BE49-F238E27FC236}">
                                <a16:creationId xmlns:a16="http://schemas.microsoft.com/office/drawing/2014/main" id="{AF1B94F1-CD43-40C2-8599-B2D821C4FB8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3" name="Object 5">
                <a:extLst>
                  <a:ext uri="{FF2B5EF4-FFF2-40B4-BE49-F238E27FC236}">
                    <a16:creationId xmlns:a16="http://schemas.microsoft.com/office/drawing/2014/main" id="{661B52DD-BA90-470E-9759-2C6A2D09D9B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52268" imgH="203024" progId="Equation.3">
                      <p:embed/>
                    </p:oleObj>
                  </mc:Choice>
                  <mc:Fallback>
                    <p:oleObj name="Equation" r:id="rId3" imgW="152268" imgH="203024" progId="Equation.3">
                      <p:embed/>
                      <p:pic>
                        <p:nvPicPr>
                          <p:cNvPr id="63" name="Object 5">
                            <a:extLst>
                              <a:ext uri="{FF2B5EF4-FFF2-40B4-BE49-F238E27FC236}">
                                <a16:creationId xmlns:a16="http://schemas.microsoft.com/office/drawing/2014/main" id="{661B52DD-BA90-470E-9759-2C6A2D09D9B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4" name="Line 6">
                <a:extLst>
                  <a:ext uri="{FF2B5EF4-FFF2-40B4-BE49-F238E27FC236}">
                    <a16:creationId xmlns:a16="http://schemas.microsoft.com/office/drawing/2014/main" id="{8AFDB4D5-A495-4EE2-93C8-A54CCF5BDA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4A1B069-0835-4C81-BC8D-CF318CC2677F}"/>
                </a:ext>
              </a:extLst>
            </p:cNvPr>
            <p:cNvGrpSpPr/>
            <p:nvPr/>
          </p:nvGrpSpPr>
          <p:grpSpPr>
            <a:xfrm>
              <a:off x="3107171" y="2235573"/>
              <a:ext cx="577719" cy="586414"/>
              <a:chOff x="5102616" y="3436971"/>
              <a:chExt cx="1587061" cy="1538254"/>
            </a:xfrm>
          </p:grpSpPr>
          <p:sp>
            <p:nvSpPr>
              <p:cNvPr id="57" name="Oval 2">
                <a:extLst>
                  <a:ext uri="{FF2B5EF4-FFF2-40B4-BE49-F238E27FC236}">
                    <a16:creationId xmlns:a16="http://schemas.microsoft.com/office/drawing/2014/main" id="{33BA0513-31BC-4745-8DAC-110976812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58" name="Object 4">
                <a:extLst>
                  <a:ext uri="{FF2B5EF4-FFF2-40B4-BE49-F238E27FC236}">
                    <a16:creationId xmlns:a16="http://schemas.microsoft.com/office/drawing/2014/main" id="{01D1D8F1-B46C-4E92-BC73-F88F654FE10C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102616" y="3436971"/>
              <a:ext cx="350838" cy="5873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64957" imgH="190335" progId="Equation.3">
                      <p:embed/>
                    </p:oleObj>
                  </mc:Choice>
                  <mc:Fallback>
                    <p:oleObj name="Equation" r:id="rId3" imgW="164957" imgH="190335" progId="Equation.3">
                      <p:embed/>
                      <p:pic>
                        <p:nvPicPr>
                          <p:cNvPr id="58" name="Object 4">
                            <a:extLst>
                              <a:ext uri="{FF2B5EF4-FFF2-40B4-BE49-F238E27FC236}">
                                <a16:creationId xmlns:a16="http://schemas.microsoft.com/office/drawing/2014/main" id="{01D1D8F1-B46C-4E92-BC73-F88F654FE10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02616" y="3436971"/>
                            <a:ext cx="350838" cy="5873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" name="Object 5">
                <a:extLst>
                  <a:ext uri="{FF2B5EF4-FFF2-40B4-BE49-F238E27FC236}">
                    <a16:creationId xmlns:a16="http://schemas.microsoft.com/office/drawing/2014/main" id="{B8FDD162-76CD-4625-BDBC-E039360CFA2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52268" imgH="203024" progId="Equation.3">
                      <p:embed/>
                    </p:oleObj>
                  </mc:Choice>
                  <mc:Fallback>
                    <p:oleObj name="Equation" r:id="rId3" imgW="152268" imgH="203024" progId="Equation.3">
                      <p:embed/>
                      <p:pic>
                        <p:nvPicPr>
                          <p:cNvPr id="59" name="Object 5">
                            <a:extLst>
                              <a:ext uri="{FF2B5EF4-FFF2-40B4-BE49-F238E27FC236}">
                                <a16:creationId xmlns:a16="http://schemas.microsoft.com/office/drawing/2014/main" id="{B8FDD162-76CD-4625-BDBC-E039360CFA2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" name="Line 6">
                <a:extLst>
                  <a:ext uri="{FF2B5EF4-FFF2-40B4-BE49-F238E27FC236}">
                    <a16:creationId xmlns:a16="http://schemas.microsoft.com/office/drawing/2014/main" id="{689A1F43-062B-415E-95DC-0CFA0F26F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E5EBBE6-2B30-4BCB-A291-52F2556C3D43}"/>
                </a:ext>
              </a:extLst>
            </p:cNvPr>
            <p:cNvGrpSpPr/>
            <p:nvPr/>
          </p:nvGrpSpPr>
          <p:grpSpPr>
            <a:xfrm>
              <a:off x="4979729" y="4048572"/>
              <a:ext cx="639135" cy="493834"/>
              <a:chOff x="4933902" y="3679825"/>
              <a:chExt cx="1755775" cy="1295400"/>
            </a:xfrm>
          </p:grpSpPr>
          <p:sp>
            <p:nvSpPr>
              <p:cNvPr id="53" name="Oval 2">
                <a:extLst>
                  <a:ext uri="{FF2B5EF4-FFF2-40B4-BE49-F238E27FC236}">
                    <a16:creationId xmlns:a16="http://schemas.microsoft.com/office/drawing/2014/main" id="{FCDF3300-3C5F-4CF4-8085-6F35F64DD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54" name="Object 4">
                <a:extLst>
                  <a:ext uri="{FF2B5EF4-FFF2-40B4-BE49-F238E27FC236}">
                    <a16:creationId xmlns:a16="http://schemas.microsoft.com/office/drawing/2014/main" id="{698FF2D5-F291-461F-813B-31324AB7EC49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64957" imgH="190335" progId="Equation.3">
                      <p:embed/>
                    </p:oleObj>
                  </mc:Choice>
                  <mc:Fallback>
                    <p:oleObj name="Equation" r:id="rId3" imgW="164957" imgH="190335" progId="Equation.3">
                      <p:embed/>
                      <p:pic>
                        <p:nvPicPr>
                          <p:cNvPr id="54" name="Object 4">
                            <a:extLst>
                              <a:ext uri="{FF2B5EF4-FFF2-40B4-BE49-F238E27FC236}">
                                <a16:creationId xmlns:a16="http://schemas.microsoft.com/office/drawing/2014/main" id="{698FF2D5-F291-461F-813B-31324AB7EC4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" name="Object 5">
                <a:extLst>
                  <a:ext uri="{FF2B5EF4-FFF2-40B4-BE49-F238E27FC236}">
                    <a16:creationId xmlns:a16="http://schemas.microsoft.com/office/drawing/2014/main" id="{B164D49F-BEAF-4557-AD5C-7D5F26E38C2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52268" imgH="203024" progId="Equation.3">
                      <p:embed/>
                    </p:oleObj>
                  </mc:Choice>
                  <mc:Fallback>
                    <p:oleObj name="Equation" r:id="rId3" imgW="152268" imgH="203024" progId="Equation.3">
                      <p:embed/>
                      <p:pic>
                        <p:nvPicPr>
                          <p:cNvPr id="55" name="Object 5">
                            <a:extLst>
                              <a:ext uri="{FF2B5EF4-FFF2-40B4-BE49-F238E27FC236}">
                                <a16:creationId xmlns:a16="http://schemas.microsoft.com/office/drawing/2014/main" id="{B164D49F-BEAF-4557-AD5C-7D5F26E38C2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6" name="Line 6">
                <a:extLst>
                  <a:ext uri="{FF2B5EF4-FFF2-40B4-BE49-F238E27FC236}">
                    <a16:creationId xmlns:a16="http://schemas.microsoft.com/office/drawing/2014/main" id="{A54B834D-D24B-4B0E-B6D6-883C4E65BB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3C52E8C-7E22-462E-80E5-7C7BFA0CE26A}"/>
                </a:ext>
              </a:extLst>
            </p:cNvPr>
            <p:cNvCxnSpPr>
              <a:stCxn id="7" idx="6"/>
              <a:endCxn id="69" idx="1"/>
            </p:cNvCxnSpPr>
            <p:nvPr/>
          </p:nvCxnSpPr>
          <p:spPr>
            <a:xfrm>
              <a:off x="2118816" y="2594781"/>
              <a:ext cx="1160381" cy="72284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D441B36-3542-449E-956E-F172624E419E}"/>
                </a:ext>
              </a:extLst>
            </p:cNvPr>
            <p:cNvCxnSpPr>
              <a:stCxn id="7" idx="6"/>
              <a:endCxn id="65" idx="1"/>
            </p:cNvCxnSpPr>
            <p:nvPr/>
          </p:nvCxnSpPr>
          <p:spPr>
            <a:xfrm>
              <a:off x="2118816" y="2594781"/>
              <a:ext cx="1172228" cy="155455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03E98B2-69AC-472F-9F1D-22147B8F030C}"/>
                </a:ext>
              </a:extLst>
            </p:cNvPr>
            <p:cNvCxnSpPr>
              <a:stCxn id="8" idx="6"/>
            </p:cNvCxnSpPr>
            <p:nvPr/>
          </p:nvCxnSpPr>
          <p:spPr>
            <a:xfrm flipV="1">
              <a:off x="2134169" y="2688576"/>
              <a:ext cx="1059773" cy="7997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10FA9A1-31AC-4A71-9E7A-4CB3856380A7}"/>
                </a:ext>
              </a:extLst>
            </p:cNvPr>
            <p:cNvCxnSpPr>
              <a:stCxn id="8" idx="6"/>
              <a:endCxn id="69" idx="2"/>
            </p:cNvCxnSpPr>
            <p:nvPr/>
          </p:nvCxnSpPr>
          <p:spPr>
            <a:xfrm>
              <a:off x="2134169" y="3488363"/>
              <a:ext cx="1071909" cy="3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3E88CAE-B3E7-4219-91D3-FFE822A94492}"/>
                </a:ext>
              </a:extLst>
            </p:cNvPr>
            <p:cNvCxnSpPr>
              <a:stCxn id="8" idx="6"/>
              <a:endCxn id="65" idx="2"/>
            </p:cNvCxnSpPr>
            <p:nvPr/>
          </p:nvCxnSpPr>
          <p:spPr>
            <a:xfrm>
              <a:off x="2134169" y="3488362"/>
              <a:ext cx="1083756" cy="8355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2CC7FDF-1046-42CF-A64D-E5C75D79B3BC}"/>
                </a:ext>
              </a:extLst>
            </p:cNvPr>
            <p:cNvCxnSpPr>
              <a:stCxn id="9" idx="6"/>
              <a:endCxn id="57" idx="3"/>
            </p:cNvCxnSpPr>
            <p:nvPr/>
          </p:nvCxnSpPr>
          <p:spPr>
            <a:xfrm flipV="1">
              <a:off x="2159758" y="2749672"/>
              <a:ext cx="1098968" cy="1546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12690D4-6C0F-4E8E-81E9-0FD11DF2DC12}"/>
                </a:ext>
              </a:extLst>
            </p:cNvPr>
            <p:cNvCxnSpPr>
              <a:stCxn id="9" idx="6"/>
              <a:endCxn id="69" idx="3"/>
            </p:cNvCxnSpPr>
            <p:nvPr/>
          </p:nvCxnSpPr>
          <p:spPr>
            <a:xfrm flipV="1">
              <a:off x="2159759" y="3666820"/>
              <a:ext cx="1119438" cy="6296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556684E-4CC9-42F4-B9A4-46C91630FF0D}"/>
                </a:ext>
              </a:extLst>
            </p:cNvPr>
            <p:cNvCxnSpPr>
              <a:stCxn id="9" idx="6"/>
            </p:cNvCxnSpPr>
            <p:nvPr/>
          </p:nvCxnSpPr>
          <p:spPr>
            <a:xfrm>
              <a:off x="2159759" y="4296473"/>
              <a:ext cx="1044584" cy="1194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82B82C2-020C-4B60-AD81-00A85CDB5F24}"/>
                </a:ext>
              </a:extLst>
            </p:cNvPr>
            <p:cNvCxnSpPr>
              <a:stCxn id="57" idx="6"/>
            </p:cNvCxnSpPr>
            <p:nvPr/>
          </p:nvCxnSpPr>
          <p:spPr>
            <a:xfrm>
              <a:off x="3684890" y="2575070"/>
              <a:ext cx="1434686" cy="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66192CA-FD69-46BE-9F4A-E163405C3E71}"/>
                </a:ext>
              </a:extLst>
            </p:cNvPr>
            <p:cNvCxnSpPr>
              <a:stCxn id="57" idx="6"/>
              <a:endCxn id="61" idx="2"/>
            </p:cNvCxnSpPr>
            <p:nvPr/>
          </p:nvCxnSpPr>
          <p:spPr>
            <a:xfrm>
              <a:off x="3684890" y="2575071"/>
              <a:ext cx="1434686" cy="88191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B51E89E-FB51-4E1A-BE90-3F4A1202AC82}"/>
                </a:ext>
              </a:extLst>
            </p:cNvPr>
            <p:cNvCxnSpPr>
              <a:stCxn id="57" idx="6"/>
              <a:endCxn id="53" idx="2"/>
            </p:cNvCxnSpPr>
            <p:nvPr/>
          </p:nvCxnSpPr>
          <p:spPr>
            <a:xfrm>
              <a:off x="3684890" y="2575071"/>
              <a:ext cx="1434686" cy="172041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2363C8A-8C71-4E9D-A9F4-37B7ACFD8785}"/>
                </a:ext>
              </a:extLst>
            </p:cNvPr>
            <p:cNvCxnSpPr>
              <a:stCxn id="69" idx="6"/>
              <a:endCxn id="73" idx="2"/>
            </p:cNvCxnSpPr>
            <p:nvPr/>
          </p:nvCxnSpPr>
          <p:spPr>
            <a:xfrm flipV="1">
              <a:off x="3705363" y="2642170"/>
              <a:ext cx="1386544" cy="8500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8299442-57B9-48C4-9582-8A8F47FD0F66}"/>
                </a:ext>
              </a:extLst>
            </p:cNvPr>
            <p:cNvCxnSpPr>
              <a:stCxn id="69" idx="6"/>
              <a:endCxn id="61" idx="2"/>
            </p:cNvCxnSpPr>
            <p:nvPr/>
          </p:nvCxnSpPr>
          <p:spPr>
            <a:xfrm flipV="1">
              <a:off x="3705362" y="3456988"/>
              <a:ext cx="1414214" cy="35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AC11835-17B3-40D8-89C2-6A3BB2C888DA}"/>
                </a:ext>
              </a:extLst>
            </p:cNvPr>
            <p:cNvCxnSpPr>
              <a:stCxn id="69" idx="6"/>
              <a:endCxn id="53" idx="2"/>
            </p:cNvCxnSpPr>
            <p:nvPr/>
          </p:nvCxnSpPr>
          <p:spPr>
            <a:xfrm>
              <a:off x="3705362" y="3492222"/>
              <a:ext cx="1414214" cy="8032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0162395-6854-46A5-AD16-FEAAC533539C}"/>
                </a:ext>
              </a:extLst>
            </p:cNvPr>
            <p:cNvCxnSpPr>
              <a:stCxn id="65" idx="6"/>
              <a:endCxn id="73" idx="3"/>
            </p:cNvCxnSpPr>
            <p:nvPr/>
          </p:nvCxnSpPr>
          <p:spPr>
            <a:xfrm flipV="1">
              <a:off x="3717210" y="2816767"/>
              <a:ext cx="1447815" cy="1507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8CD80E7-9765-458B-B3BC-C4B78B784479}"/>
                </a:ext>
              </a:extLst>
            </p:cNvPr>
            <p:cNvCxnSpPr>
              <a:stCxn id="65" idx="6"/>
              <a:endCxn id="61" idx="3"/>
            </p:cNvCxnSpPr>
            <p:nvPr/>
          </p:nvCxnSpPr>
          <p:spPr>
            <a:xfrm flipV="1">
              <a:off x="3717210" y="3631585"/>
              <a:ext cx="1475485" cy="6923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7D856FC-9420-4ADA-B738-5245325A5665}"/>
                </a:ext>
              </a:extLst>
            </p:cNvPr>
            <p:cNvCxnSpPr>
              <a:stCxn id="65" idx="6"/>
              <a:endCxn id="53" idx="2"/>
            </p:cNvCxnSpPr>
            <p:nvPr/>
          </p:nvCxnSpPr>
          <p:spPr>
            <a:xfrm flipV="1">
              <a:off x="3717210" y="4295489"/>
              <a:ext cx="1402366" cy="284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B7AD0C5-7AF7-4726-8F4C-F1ABF93AE88F}"/>
                </a:ext>
              </a:extLst>
            </p:cNvPr>
            <p:cNvSpPr txBox="1"/>
            <p:nvPr/>
          </p:nvSpPr>
          <p:spPr>
            <a:xfrm>
              <a:off x="4208972" y="2289194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E96DDC5-DEE6-4A46-A4B4-04B502C07CBF}"/>
                </a:ext>
              </a:extLst>
            </p:cNvPr>
            <p:cNvSpPr txBox="1"/>
            <p:nvPr/>
          </p:nvSpPr>
          <p:spPr>
            <a:xfrm>
              <a:off x="5283473" y="3790792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n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7147EE3-355C-4498-A2C1-33DB5C0A8162}"/>
                </a:ext>
              </a:extLst>
            </p:cNvPr>
            <p:cNvCxnSpPr>
              <a:stCxn id="73" idx="6"/>
            </p:cNvCxnSpPr>
            <p:nvPr/>
          </p:nvCxnSpPr>
          <p:spPr>
            <a:xfrm flipV="1">
              <a:off x="5591194" y="2641545"/>
              <a:ext cx="765251" cy="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0AAEE2C-5B69-4D2A-935B-7E70E1254378}"/>
                </a:ext>
              </a:extLst>
            </p:cNvPr>
            <p:cNvCxnSpPr>
              <a:stCxn id="61" idx="6"/>
            </p:cNvCxnSpPr>
            <p:nvPr/>
          </p:nvCxnSpPr>
          <p:spPr>
            <a:xfrm flipV="1">
              <a:off x="5618863" y="3435279"/>
              <a:ext cx="811328" cy="217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E6EA5FF-0938-4F2E-922D-E6802A65D25A}"/>
                </a:ext>
              </a:extLst>
            </p:cNvPr>
            <p:cNvCxnSpPr>
              <a:stCxn id="53" idx="6"/>
            </p:cNvCxnSpPr>
            <p:nvPr/>
          </p:nvCxnSpPr>
          <p:spPr>
            <a:xfrm flipV="1">
              <a:off x="5618863" y="4289439"/>
              <a:ext cx="737582" cy="60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1202DFC-3F07-4795-8960-00E9409E2213}"/>
                </a:ext>
              </a:extLst>
            </p:cNvPr>
            <p:cNvSpPr txBox="1"/>
            <p:nvPr/>
          </p:nvSpPr>
          <p:spPr>
            <a:xfrm>
              <a:off x="5795291" y="2364545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3DF979E-21D1-4028-B62A-2661E25D2EFD}"/>
                </a:ext>
              </a:extLst>
            </p:cNvPr>
            <p:cNvSpPr txBox="1"/>
            <p:nvPr/>
          </p:nvSpPr>
          <p:spPr>
            <a:xfrm>
              <a:off x="5831825" y="3164948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6726424-D25D-40C8-B648-E869F85B0E91}"/>
                </a:ext>
              </a:extLst>
            </p:cNvPr>
            <p:cNvSpPr txBox="1"/>
            <p:nvPr/>
          </p:nvSpPr>
          <p:spPr>
            <a:xfrm>
              <a:off x="5826227" y="3983993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33D5028-29FC-44A2-AF74-F9F6CC6BEC31}"/>
                </a:ext>
              </a:extLst>
            </p:cNvPr>
            <p:cNvSpPr txBox="1"/>
            <p:nvPr/>
          </p:nvSpPr>
          <p:spPr>
            <a:xfrm>
              <a:off x="3412510" y="2406566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E488B19-B355-4A84-90DB-3579BC439EAA}"/>
                </a:ext>
              </a:extLst>
            </p:cNvPr>
            <p:cNvSpPr txBox="1"/>
            <p:nvPr/>
          </p:nvSpPr>
          <p:spPr>
            <a:xfrm>
              <a:off x="3413630" y="3369453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08CE174-3E5E-4E27-83B8-CD8948FD68FD}"/>
                </a:ext>
              </a:extLst>
            </p:cNvPr>
            <p:cNvSpPr txBox="1"/>
            <p:nvPr/>
          </p:nvSpPr>
          <p:spPr>
            <a:xfrm>
              <a:off x="3445031" y="4209408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9201A68-2E35-4E39-B317-12EF6EFF1603}"/>
                </a:ext>
              </a:extLst>
            </p:cNvPr>
            <p:cNvSpPr txBox="1"/>
            <p:nvPr/>
          </p:nvSpPr>
          <p:spPr>
            <a:xfrm>
              <a:off x="4061528" y="2676557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5C47866-FDCA-4443-BEF7-317D5427ED2C}"/>
                </a:ext>
              </a:extLst>
            </p:cNvPr>
            <p:cNvSpPr txBox="1"/>
            <p:nvPr/>
          </p:nvSpPr>
          <p:spPr>
            <a:xfrm>
              <a:off x="3712023" y="2755235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13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B8CF688-E56C-4DCF-92AB-A2C34AD8678F}"/>
                </a:ext>
              </a:extLst>
            </p:cNvPr>
            <p:cNvSpPr txBox="1"/>
            <p:nvPr/>
          </p:nvSpPr>
          <p:spPr>
            <a:xfrm>
              <a:off x="2435380" y="2312448"/>
              <a:ext cx="50711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CB8A6E3-9F6F-42C3-A512-CBE35ABE699F}"/>
                </a:ext>
              </a:extLst>
            </p:cNvPr>
            <p:cNvSpPr txBox="1"/>
            <p:nvPr/>
          </p:nvSpPr>
          <p:spPr>
            <a:xfrm>
              <a:off x="2446121" y="2649176"/>
              <a:ext cx="595280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A6CDB20-7ECA-40CF-8CA1-F54425894664}"/>
                </a:ext>
              </a:extLst>
            </p:cNvPr>
            <p:cNvSpPr txBox="1"/>
            <p:nvPr/>
          </p:nvSpPr>
          <p:spPr>
            <a:xfrm>
              <a:off x="2030060" y="2772892"/>
              <a:ext cx="534015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13</a:t>
              </a:r>
            </a:p>
          </p:txBody>
        </p:sp>
      </p:grpSp>
      <p:sp>
        <p:nvSpPr>
          <p:cNvPr id="77" name="Arrow: Curved Down 76">
            <a:extLst>
              <a:ext uri="{FF2B5EF4-FFF2-40B4-BE49-F238E27FC236}">
                <a16:creationId xmlns:a16="http://schemas.microsoft.com/office/drawing/2014/main" id="{2830C21A-4436-47D2-A41A-2AB6ED0FB130}"/>
              </a:ext>
            </a:extLst>
          </p:cNvPr>
          <p:cNvSpPr/>
          <p:nvPr/>
        </p:nvSpPr>
        <p:spPr>
          <a:xfrm flipH="1">
            <a:off x="2043100" y="2260369"/>
            <a:ext cx="2427253" cy="37981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6024D8-E0E5-4FAF-A46E-CFFB0FD48169}"/>
              </a:ext>
            </a:extLst>
          </p:cNvPr>
          <p:cNvSpPr txBox="1"/>
          <p:nvPr/>
        </p:nvSpPr>
        <p:spPr>
          <a:xfrm>
            <a:off x="2314401" y="1809750"/>
            <a:ext cx="1596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Error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6F460A7-E6C0-4C9F-B96C-0ADE2E2DA5FC}"/>
              </a:ext>
            </a:extLst>
          </p:cNvPr>
          <p:cNvSpPr txBox="1"/>
          <p:nvPr/>
        </p:nvSpPr>
        <p:spPr>
          <a:xfrm>
            <a:off x="6553200" y="3911346"/>
            <a:ext cx="2032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Back propagation</a:t>
            </a:r>
          </a:p>
        </p:txBody>
      </p:sp>
    </p:spTree>
    <p:extLst>
      <p:ext uri="{BB962C8B-B14F-4D97-AF65-F5344CB8AC3E}">
        <p14:creationId xmlns:p14="http://schemas.microsoft.com/office/powerpoint/2010/main" val="3668133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ANNs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764" y="1283746"/>
            <a:ext cx="7886700" cy="907004"/>
          </a:xfrm>
        </p:spPr>
        <p:txBody>
          <a:bodyPr>
            <a:normAutofit/>
          </a:bodyPr>
          <a:lstStyle/>
          <a:p>
            <a:r>
              <a:rPr lang="en-US" dirty="0"/>
              <a:t>Step 7: update the weights between the output layer and the hidden layer.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1FA47A-A27A-4162-8118-C95730CCC20A}"/>
                  </a:ext>
                </a:extLst>
              </p:cNvPr>
              <p:cNvSpPr txBox="1"/>
              <p:nvPr/>
            </p:nvSpPr>
            <p:spPr>
              <a:xfrm>
                <a:off x="5004203" y="2401833"/>
                <a:ext cx="3463128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𝑁𝑒𝑤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𝑂𝑙𝑑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1FA47A-A27A-4162-8118-C95730CCC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203" y="2401833"/>
                <a:ext cx="3463128" cy="299313"/>
              </a:xfrm>
              <a:prstGeom prst="rect">
                <a:avLst/>
              </a:prstGeom>
              <a:blipFill>
                <a:blip r:embed="rId3"/>
                <a:stretch>
                  <a:fillRect l="-528" r="-704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8199022-F9BD-46F6-AAD4-FFC9E2290F74}"/>
              </a:ext>
            </a:extLst>
          </p:cNvPr>
          <p:cNvGrpSpPr/>
          <p:nvPr/>
        </p:nvGrpSpPr>
        <p:grpSpPr>
          <a:xfrm>
            <a:off x="123431" y="2392157"/>
            <a:ext cx="4953000" cy="2514600"/>
            <a:chOff x="1555846" y="1837071"/>
            <a:chExt cx="4874345" cy="280119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2EE3E35-959E-432F-95E5-2EC460A42191}"/>
                </a:ext>
              </a:extLst>
            </p:cNvPr>
            <p:cNvSpPr/>
            <p:nvPr/>
          </p:nvSpPr>
          <p:spPr>
            <a:xfrm>
              <a:off x="1688911" y="2344003"/>
              <a:ext cx="429905" cy="5015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B6796EF-E3F8-46AA-A37B-1413AA2AE0E3}"/>
                </a:ext>
              </a:extLst>
            </p:cNvPr>
            <p:cNvSpPr/>
            <p:nvPr/>
          </p:nvSpPr>
          <p:spPr>
            <a:xfrm>
              <a:off x="1673557" y="3237585"/>
              <a:ext cx="460612" cy="5015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0704D45-0786-4D6F-9070-CEB8D8B9CFD6}"/>
                </a:ext>
              </a:extLst>
            </p:cNvPr>
            <p:cNvSpPr/>
            <p:nvPr/>
          </p:nvSpPr>
          <p:spPr>
            <a:xfrm>
              <a:off x="1688911" y="4030341"/>
              <a:ext cx="470848" cy="5322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9F533F-1B61-418E-B208-7F8E91140EF8}"/>
                </a:ext>
              </a:extLst>
            </p:cNvPr>
            <p:cNvSpPr txBox="1"/>
            <p:nvPr/>
          </p:nvSpPr>
          <p:spPr>
            <a:xfrm>
              <a:off x="1555846" y="1914098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Input layer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5AE69AC-7CA0-4A9B-B4DC-2058B2385459}"/>
                </a:ext>
              </a:extLst>
            </p:cNvPr>
            <p:cNvSpPr txBox="1"/>
            <p:nvPr/>
          </p:nvSpPr>
          <p:spPr>
            <a:xfrm>
              <a:off x="2983742" y="1877904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Hidden layer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3A234B8-8607-4027-9125-4851FF3ABA08}"/>
                </a:ext>
              </a:extLst>
            </p:cNvPr>
            <p:cNvSpPr txBox="1"/>
            <p:nvPr/>
          </p:nvSpPr>
          <p:spPr>
            <a:xfrm>
              <a:off x="4690604" y="1837071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output layer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6350167-4840-4D93-823C-74DBA4812E4B}"/>
                </a:ext>
              </a:extLst>
            </p:cNvPr>
            <p:cNvCxnSpPr>
              <a:stCxn id="9" idx="6"/>
            </p:cNvCxnSpPr>
            <p:nvPr/>
          </p:nvCxnSpPr>
          <p:spPr>
            <a:xfrm flipV="1">
              <a:off x="2118815" y="2575075"/>
              <a:ext cx="1060260" cy="1970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30B961A-BC35-4589-9315-2FD32C6712B0}"/>
                </a:ext>
              </a:extLst>
            </p:cNvPr>
            <p:cNvGrpSpPr/>
            <p:nvPr/>
          </p:nvGrpSpPr>
          <p:grpSpPr>
            <a:xfrm>
              <a:off x="4952059" y="2395254"/>
              <a:ext cx="639135" cy="493834"/>
              <a:chOff x="4933902" y="3679825"/>
              <a:chExt cx="1755775" cy="1295400"/>
            </a:xfrm>
          </p:grpSpPr>
          <p:sp>
            <p:nvSpPr>
              <p:cNvPr id="75" name="Oval 2">
                <a:extLst>
                  <a:ext uri="{FF2B5EF4-FFF2-40B4-BE49-F238E27FC236}">
                    <a16:creationId xmlns:a16="http://schemas.microsoft.com/office/drawing/2014/main" id="{E8A7BA3D-1654-4C9F-B086-D9527CA826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76" name="Object 4">
                <a:extLst>
                  <a:ext uri="{FF2B5EF4-FFF2-40B4-BE49-F238E27FC236}">
                    <a16:creationId xmlns:a16="http://schemas.microsoft.com/office/drawing/2014/main" id="{ED84AEA4-58E9-4896-A23C-26443A5959CD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957" imgH="190335" progId="Equation.3">
                      <p:embed/>
                    </p:oleObj>
                  </mc:Choice>
                  <mc:Fallback>
                    <p:oleObj name="Equation" r:id="rId4" imgW="164957" imgH="190335" progId="Equation.3">
                      <p:embed/>
                      <p:pic>
                        <p:nvPicPr>
                          <p:cNvPr id="76" name="Object 4">
                            <a:extLst>
                              <a:ext uri="{FF2B5EF4-FFF2-40B4-BE49-F238E27FC236}">
                                <a16:creationId xmlns:a16="http://schemas.microsoft.com/office/drawing/2014/main" id="{ED84AEA4-58E9-4896-A23C-26443A5959C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" name="Object 5">
                <a:extLst>
                  <a:ext uri="{FF2B5EF4-FFF2-40B4-BE49-F238E27FC236}">
                    <a16:creationId xmlns:a16="http://schemas.microsoft.com/office/drawing/2014/main" id="{99C783BD-D50D-43A3-81E2-88C5FE090D9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268" imgH="203024" progId="Equation.3">
                      <p:embed/>
                    </p:oleObj>
                  </mc:Choice>
                  <mc:Fallback>
                    <p:oleObj name="Equation" r:id="rId4" imgW="152268" imgH="203024" progId="Equation.3">
                      <p:embed/>
                      <p:pic>
                        <p:nvPicPr>
                          <p:cNvPr id="77" name="Object 5">
                            <a:extLst>
                              <a:ext uri="{FF2B5EF4-FFF2-40B4-BE49-F238E27FC236}">
                                <a16:creationId xmlns:a16="http://schemas.microsoft.com/office/drawing/2014/main" id="{99C783BD-D50D-43A3-81E2-88C5FE090D9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8" name="Line 6">
                <a:extLst>
                  <a:ext uri="{FF2B5EF4-FFF2-40B4-BE49-F238E27FC236}">
                    <a16:creationId xmlns:a16="http://schemas.microsoft.com/office/drawing/2014/main" id="{A1622173-D71C-403E-82BE-79D9C0AADA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63FEC97-568B-48BC-89EB-56CEA2B50400}"/>
                </a:ext>
              </a:extLst>
            </p:cNvPr>
            <p:cNvGrpSpPr/>
            <p:nvPr/>
          </p:nvGrpSpPr>
          <p:grpSpPr>
            <a:xfrm>
              <a:off x="3107171" y="3162963"/>
              <a:ext cx="598191" cy="576176"/>
              <a:chOff x="5046378" y="3463829"/>
              <a:chExt cx="1643299" cy="1511396"/>
            </a:xfrm>
          </p:grpSpPr>
          <p:sp>
            <p:nvSpPr>
              <p:cNvPr id="71" name="Oval 2">
                <a:extLst>
                  <a:ext uri="{FF2B5EF4-FFF2-40B4-BE49-F238E27FC236}">
                    <a16:creationId xmlns:a16="http://schemas.microsoft.com/office/drawing/2014/main" id="{289E0E85-B99B-4D06-BFFD-C46E32093D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72" name="Object 4">
                <a:extLst>
                  <a:ext uri="{FF2B5EF4-FFF2-40B4-BE49-F238E27FC236}">
                    <a16:creationId xmlns:a16="http://schemas.microsoft.com/office/drawing/2014/main" id="{C9E5FCEF-3442-4DA1-B3C3-250FA7350524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046378" y="3463829"/>
              <a:ext cx="350838" cy="587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957" imgH="190335" progId="Equation.3">
                      <p:embed/>
                    </p:oleObj>
                  </mc:Choice>
                  <mc:Fallback>
                    <p:oleObj name="Equation" r:id="rId4" imgW="164957" imgH="190335" progId="Equation.3">
                      <p:embed/>
                      <p:pic>
                        <p:nvPicPr>
                          <p:cNvPr id="72" name="Object 4">
                            <a:extLst>
                              <a:ext uri="{FF2B5EF4-FFF2-40B4-BE49-F238E27FC236}">
                                <a16:creationId xmlns:a16="http://schemas.microsoft.com/office/drawing/2014/main" id="{C9E5FCEF-3442-4DA1-B3C3-250FA735052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6378" y="3463829"/>
                            <a:ext cx="350838" cy="587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3" name="Object 5">
                <a:extLst>
                  <a:ext uri="{FF2B5EF4-FFF2-40B4-BE49-F238E27FC236}">
                    <a16:creationId xmlns:a16="http://schemas.microsoft.com/office/drawing/2014/main" id="{184DF977-918A-4193-8221-39037E16F22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268" imgH="203024" progId="Equation.3">
                      <p:embed/>
                    </p:oleObj>
                  </mc:Choice>
                  <mc:Fallback>
                    <p:oleObj name="Equation" r:id="rId4" imgW="152268" imgH="203024" progId="Equation.3">
                      <p:embed/>
                      <p:pic>
                        <p:nvPicPr>
                          <p:cNvPr id="73" name="Object 5">
                            <a:extLst>
                              <a:ext uri="{FF2B5EF4-FFF2-40B4-BE49-F238E27FC236}">
                                <a16:creationId xmlns:a16="http://schemas.microsoft.com/office/drawing/2014/main" id="{184DF977-918A-4193-8221-39037E16F22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4" name="Line 6">
                <a:extLst>
                  <a:ext uri="{FF2B5EF4-FFF2-40B4-BE49-F238E27FC236}">
                    <a16:creationId xmlns:a16="http://schemas.microsoft.com/office/drawing/2014/main" id="{63BF9583-07C5-4921-BF43-1C6AB7592E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2ACF4B4-453F-48A6-B435-5BF6D8D2738E}"/>
                </a:ext>
              </a:extLst>
            </p:cNvPr>
            <p:cNvGrpSpPr/>
            <p:nvPr/>
          </p:nvGrpSpPr>
          <p:grpSpPr>
            <a:xfrm>
              <a:off x="3108783" y="4077018"/>
              <a:ext cx="608427" cy="561250"/>
              <a:chOff x="5018259" y="3679825"/>
              <a:chExt cx="1671418" cy="1472243"/>
            </a:xfrm>
          </p:grpSpPr>
          <p:sp>
            <p:nvSpPr>
              <p:cNvPr id="67" name="Oval 2">
                <a:extLst>
                  <a:ext uri="{FF2B5EF4-FFF2-40B4-BE49-F238E27FC236}">
                    <a16:creationId xmlns:a16="http://schemas.microsoft.com/office/drawing/2014/main" id="{EDACDECF-B370-4546-823A-8286B4327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8" name="Object 4">
                <a:extLst>
                  <a:ext uri="{FF2B5EF4-FFF2-40B4-BE49-F238E27FC236}">
                    <a16:creationId xmlns:a16="http://schemas.microsoft.com/office/drawing/2014/main" id="{2FF6E1F8-B8C3-436E-9699-8CCCA32C8BDE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018259" y="4564692"/>
              <a:ext cx="350838" cy="587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957" imgH="190335" progId="Equation.3">
                      <p:embed/>
                    </p:oleObj>
                  </mc:Choice>
                  <mc:Fallback>
                    <p:oleObj name="Equation" r:id="rId4" imgW="164957" imgH="190335" progId="Equation.3">
                      <p:embed/>
                      <p:pic>
                        <p:nvPicPr>
                          <p:cNvPr id="68" name="Object 4">
                            <a:extLst>
                              <a:ext uri="{FF2B5EF4-FFF2-40B4-BE49-F238E27FC236}">
                                <a16:creationId xmlns:a16="http://schemas.microsoft.com/office/drawing/2014/main" id="{2FF6E1F8-B8C3-436E-9699-8CCCA32C8BD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18259" y="4564692"/>
                            <a:ext cx="350838" cy="587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" name="Object 5">
                <a:extLst>
                  <a:ext uri="{FF2B5EF4-FFF2-40B4-BE49-F238E27FC236}">
                    <a16:creationId xmlns:a16="http://schemas.microsoft.com/office/drawing/2014/main" id="{7F53EA86-5F38-4E71-B080-7F70192CB6E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268" imgH="203024" progId="Equation.3">
                      <p:embed/>
                    </p:oleObj>
                  </mc:Choice>
                  <mc:Fallback>
                    <p:oleObj name="Equation" r:id="rId4" imgW="152268" imgH="203024" progId="Equation.3">
                      <p:embed/>
                      <p:pic>
                        <p:nvPicPr>
                          <p:cNvPr id="69" name="Object 5">
                            <a:extLst>
                              <a:ext uri="{FF2B5EF4-FFF2-40B4-BE49-F238E27FC236}">
                                <a16:creationId xmlns:a16="http://schemas.microsoft.com/office/drawing/2014/main" id="{7F53EA86-5F38-4E71-B080-7F70192CB6E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0" name="Line 6">
                <a:extLst>
                  <a:ext uri="{FF2B5EF4-FFF2-40B4-BE49-F238E27FC236}">
                    <a16:creationId xmlns:a16="http://schemas.microsoft.com/office/drawing/2014/main" id="{8135B019-D6D4-4FAD-A8E8-24A1F4CF5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DB84812-FA7E-4255-BE70-7F58C368E1F1}"/>
                </a:ext>
              </a:extLst>
            </p:cNvPr>
            <p:cNvGrpSpPr/>
            <p:nvPr/>
          </p:nvGrpSpPr>
          <p:grpSpPr>
            <a:xfrm>
              <a:off x="4979729" y="3210072"/>
              <a:ext cx="639135" cy="493834"/>
              <a:chOff x="4933902" y="3679825"/>
              <a:chExt cx="1755775" cy="1295400"/>
            </a:xfrm>
          </p:grpSpPr>
          <p:sp>
            <p:nvSpPr>
              <p:cNvPr id="63" name="Oval 2">
                <a:extLst>
                  <a:ext uri="{FF2B5EF4-FFF2-40B4-BE49-F238E27FC236}">
                    <a16:creationId xmlns:a16="http://schemas.microsoft.com/office/drawing/2014/main" id="{09FF4EBD-02ED-4BE0-B17A-443655F601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4" name="Object 4">
                <a:extLst>
                  <a:ext uri="{FF2B5EF4-FFF2-40B4-BE49-F238E27FC236}">
                    <a16:creationId xmlns:a16="http://schemas.microsoft.com/office/drawing/2014/main" id="{FFF0A283-D86E-4BA4-8380-107266AA8ADB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957" imgH="190335" progId="Equation.3">
                      <p:embed/>
                    </p:oleObj>
                  </mc:Choice>
                  <mc:Fallback>
                    <p:oleObj name="Equation" r:id="rId4" imgW="164957" imgH="190335" progId="Equation.3">
                      <p:embed/>
                      <p:pic>
                        <p:nvPicPr>
                          <p:cNvPr id="64" name="Object 4">
                            <a:extLst>
                              <a:ext uri="{FF2B5EF4-FFF2-40B4-BE49-F238E27FC236}">
                                <a16:creationId xmlns:a16="http://schemas.microsoft.com/office/drawing/2014/main" id="{FFF0A283-D86E-4BA4-8380-107266AA8AD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" name="Object 5">
                <a:extLst>
                  <a:ext uri="{FF2B5EF4-FFF2-40B4-BE49-F238E27FC236}">
                    <a16:creationId xmlns:a16="http://schemas.microsoft.com/office/drawing/2014/main" id="{55688DF7-44F1-4555-9370-3CF5EC71268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268" imgH="203024" progId="Equation.3">
                      <p:embed/>
                    </p:oleObj>
                  </mc:Choice>
                  <mc:Fallback>
                    <p:oleObj name="Equation" r:id="rId4" imgW="152268" imgH="203024" progId="Equation.3">
                      <p:embed/>
                      <p:pic>
                        <p:nvPicPr>
                          <p:cNvPr id="65" name="Object 5">
                            <a:extLst>
                              <a:ext uri="{FF2B5EF4-FFF2-40B4-BE49-F238E27FC236}">
                                <a16:creationId xmlns:a16="http://schemas.microsoft.com/office/drawing/2014/main" id="{55688DF7-44F1-4555-9370-3CF5EC71268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6" name="Line 6">
                <a:extLst>
                  <a:ext uri="{FF2B5EF4-FFF2-40B4-BE49-F238E27FC236}">
                    <a16:creationId xmlns:a16="http://schemas.microsoft.com/office/drawing/2014/main" id="{D43B6BE3-7AFA-46A3-9278-B5A22A659D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25A42C7-0F31-4EA8-82D2-D57C8FF6F6BD}"/>
                </a:ext>
              </a:extLst>
            </p:cNvPr>
            <p:cNvGrpSpPr/>
            <p:nvPr/>
          </p:nvGrpSpPr>
          <p:grpSpPr>
            <a:xfrm>
              <a:off x="3107171" y="2235573"/>
              <a:ext cx="577719" cy="586414"/>
              <a:chOff x="5102616" y="3436971"/>
              <a:chExt cx="1587061" cy="1538254"/>
            </a:xfrm>
          </p:grpSpPr>
          <p:sp>
            <p:nvSpPr>
              <p:cNvPr id="59" name="Oval 2">
                <a:extLst>
                  <a:ext uri="{FF2B5EF4-FFF2-40B4-BE49-F238E27FC236}">
                    <a16:creationId xmlns:a16="http://schemas.microsoft.com/office/drawing/2014/main" id="{6D49591C-8A28-4875-955C-4931844A17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0" name="Object 4">
                <a:extLst>
                  <a:ext uri="{FF2B5EF4-FFF2-40B4-BE49-F238E27FC236}">
                    <a16:creationId xmlns:a16="http://schemas.microsoft.com/office/drawing/2014/main" id="{D8546229-52BD-4040-BDBE-F9A870CBB5B6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102616" y="3436971"/>
              <a:ext cx="350838" cy="5873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957" imgH="190335" progId="Equation.3">
                      <p:embed/>
                    </p:oleObj>
                  </mc:Choice>
                  <mc:Fallback>
                    <p:oleObj name="Equation" r:id="rId4" imgW="164957" imgH="190335" progId="Equation.3">
                      <p:embed/>
                      <p:pic>
                        <p:nvPicPr>
                          <p:cNvPr id="60" name="Object 4">
                            <a:extLst>
                              <a:ext uri="{FF2B5EF4-FFF2-40B4-BE49-F238E27FC236}">
                                <a16:creationId xmlns:a16="http://schemas.microsoft.com/office/drawing/2014/main" id="{D8546229-52BD-4040-BDBE-F9A870CBB5B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02616" y="3436971"/>
                            <a:ext cx="350838" cy="5873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Object 5">
                <a:extLst>
                  <a:ext uri="{FF2B5EF4-FFF2-40B4-BE49-F238E27FC236}">
                    <a16:creationId xmlns:a16="http://schemas.microsoft.com/office/drawing/2014/main" id="{5FE6B724-7B2C-415C-BFC6-9DFA875F0BE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268" imgH="203024" progId="Equation.3">
                      <p:embed/>
                    </p:oleObj>
                  </mc:Choice>
                  <mc:Fallback>
                    <p:oleObj name="Equation" r:id="rId4" imgW="152268" imgH="203024" progId="Equation.3">
                      <p:embed/>
                      <p:pic>
                        <p:nvPicPr>
                          <p:cNvPr id="61" name="Object 5">
                            <a:extLst>
                              <a:ext uri="{FF2B5EF4-FFF2-40B4-BE49-F238E27FC236}">
                                <a16:creationId xmlns:a16="http://schemas.microsoft.com/office/drawing/2014/main" id="{5FE6B724-7B2C-415C-BFC6-9DFA875F0BE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" name="Line 6">
                <a:extLst>
                  <a:ext uri="{FF2B5EF4-FFF2-40B4-BE49-F238E27FC236}">
                    <a16:creationId xmlns:a16="http://schemas.microsoft.com/office/drawing/2014/main" id="{53006F09-256E-47B5-8D3F-7ECC2716BD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64E7B32-9EAE-4F63-8FB5-91E9CED0D2BD}"/>
                </a:ext>
              </a:extLst>
            </p:cNvPr>
            <p:cNvGrpSpPr/>
            <p:nvPr/>
          </p:nvGrpSpPr>
          <p:grpSpPr>
            <a:xfrm>
              <a:off x="4979729" y="4048572"/>
              <a:ext cx="639135" cy="493834"/>
              <a:chOff x="4933902" y="3679825"/>
              <a:chExt cx="1755775" cy="1295400"/>
            </a:xfrm>
          </p:grpSpPr>
          <p:sp>
            <p:nvSpPr>
              <p:cNvPr id="55" name="Oval 2">
                <a:extLst>
                  <a:ext uri="{FF2B5EF4-FFF2-40B4-BE49-F238E27FC236}">
                    <a16:creationId xmlns:a16="http://schemas.microsoft.com/office/drawing/2014/main" id="{E8E70ABA-7E4F-4C60-A4A2-8B1C101B6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56" name="Object 4">
                <a:extLst>
                  <a:ext uri="{FF2B5EF4-FFF2-40B4-BE49-F238E27FC236}">
                    <a16:creationId xmlns:a16="http://schemas.microsoft.com/office/drawing/2014/main" id="{24C2A9B4-6CC9-4F36-A90E-C89C248AEC13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957" imgH="190335" progId="Equation.3">
                      <p:embed/>
                    </p:oleObj>
                  </mc:Choice>
                  <mc:Fallback>
                    <p:oleObj name="Equation" r:id="rId4" imgW="164957" imgH="190335" progId="Equation.3">
                      <p:embed/>
                      <p:pic>
                        <p:nvPicPr>
                          <p:cNvPr id="56" name="Object 4">
                            <a:extLst>
                              <a:ext uri="{FF2B5EF4-FFF2-40B4-BE49-F238E27FC236}">
                                <a16:creationId xmlns:a16="http://schemas.microsoft.com/office/drawing/2014/main" id="{24C2A9B4-6CC9-4F36-A90E-C89C248AEC1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" name="Object 5">
                <a:extLst>
                  <a:ext uri="{FF2B5EF4-FFF2-40B4-BE49-F238E27FC236}">
                    <a16:creationId xmlns:a16="http://schemas.microsoft.com/office/drawing/2014/main" id="{F8EAF943-B822-4116-9305-80880BC3737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268" imgH="203024" progId="Equation.3">
                      <p:embed/>
                    </p:oleObj>
                  </mc:Choice>
                  <mc:Fallback>
                    <p:oleObj name="Equation" r:id="rId4" imgW="152268" imgH="203024" progId="Equation.3">
                      <p:embed/>
                      <p:pic>
                        <p:nvPicPr>
                          <p:cNvPr id="57" name="Object 5">
                            <a:extLst>
                              <a:ext uri="{FF2B5EF4-FFF2-40B4-BE49-F238E27FC236}">
                                <a16:creationId xmlns:a16="http://schemas.microsoft.com/office/drawing/2014/main" id="{F8EAF943-B822-4116-9305-80880BC3737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8" name="Line 6">
                <a:extLst>
                  <a:ext uri="{FF2B5EF4-FFF2-40B4-BE49-F238E27FC236}">
                    <a16:creationId xmlns:a16="http://schemas.microsoft.com/office/drawing/2014/main" id="{8DD3C2F4-5F4E-47A0-964E-29EF7C3990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88136B2-D324-49E7-84AE-F0D5F5F7B5E9}"/>
                </a:ext>
              </a:extLst>
            </p:cNvPr>
            <p:cNvCxnSpPr>
              <a:stCxn id="9" idx="6"/>
              <a:endCxn id="71" idx="1"/>
            </p:cNvCxnSpPr>
            <p:nvPr/>
          </p:nvCxnSpPr>
          <p:spPr>
            <a:xfrm>
              <a:off x="2118816" y="2594781"/>
              <a:ext cx="1160381" cy="72284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2804DEA-C847-4A46-8EEA-83F7FADEBB0F}"/>
                </a:ext>
              </a:extLst>
            </p:cNvPr>
            <p:cNvCxnSpPr>
              <a:stCxn id="9" idx="6"/>
              <a:endCxn id="67" idx="1"/>
            </p:cNvCxnSpPr>
            <p:nvPr/>
          </p:nvCxnSpPr>
          <p:spPr>
            <a:xfrm>
              <a:off x="2118816" y="2594781"/>
              <a:ext cx="1172228" cy="155455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62AC0BA-E0EA-4518-AB02-14E0105AC9AA}"/>
                </a:ext>
              </a:extLst>
            </p:cNvPr>
            <p:cNvCxnSpPr>
              <a:stCxn id="10" idx="6"/>
            </p:cNvCxnSpPr>
            <p:nvPr/>
          </p:nvCxnSpPr>
          <p:spPr>
            <a:xfrm flipV="1">
              <a:off x="2134169" y="2688576"/>
              <a:ext cx="1059773" cy="7997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D8F936D-2109-4D2B-A767-EFEA85AA4DD4}"/>
                </a:ext>
              </a:extLst>
            </p:cNvPr>
            <p:cNvCxnSpPr>
              <a:stCxn id="10" idx="6"/>
              <a:endCxn id="71" idx="2"/>
            </p:cNvCxnSpPr>
            <p:nvPr/>
          </p:nvCxnSpPr>
          <p:spPr>
            <a:xfrm>
              <a:off x="2134169" y="3488363"/>
              <a:ext cx="1071909" cy="3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E087D6A-01A4-45C3-B7DB-7F762A021E07}"/>
                </a:ext>
              </a:extLst>
            </p:cNvPr>
            <p:cNvCxnSpPr>
              <a:stCxn id="10" idx="6"/>
              <a:endCxn id="67" idx="2"/>
            </p:cNvCxnSpPr>
            <p:nvPr/>
          </p:nvCxnSpPr>
          <p:spPr>
            <a:xfrm>
              <a:off x="2134169" y="3488362"/>
              <a:ext cx="1083756" cy="8355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4E83012-6BDC-43E4-BE03-3D3E8E96CFBA}"/>
                </a:ext>
              </a:extLst>
            </p:cNvPr>
            <p:cNvCxnSpPr>
              <a:stCxn id="11" idx="6"/>
              <a:endCxn id="59" idx="3"/>
            </p:cNvCxnSpPr>
            <p:nvPr/>
          </p:nvCxnSpPr>
          <p:spPr>
            <a:xfrm flipV="1">
              <a:off x="2159758" y="2749672"/>
              <a:ext cx="1098968" cy="1546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B69820A-1ACB-4969-8EC9-619A9E2C0773}"/>
                </a:ext>
              </a:extLst>
            </p:cNvPr>
            <p:cNvCxnSpPr>
              <a:stCxn id="11" idx="6"/>
              <a:endCxn id="71" idx="3"/>
            </p:cNvCxnSpPr>
            <p:nvPr/>
          </p:nvCxnSpPr>
          <p:spPr>
            <a:xfrm flipV="1">
              <a:off x="2159759" y="3666820"/>
              <a:ext cx="1119438" cy="6296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E14C045-9014-4ED6-BAD5-13238FA31B7C}"/>
                </a:ext>
              </a:extLst>
            </p:cNvPr>
            <p:cNvCxnSpPr>
              <a:stCxn id="11" idx="6"/>
            </p:cNvCxnSpPr>
            <p:nvPr/>
          </p:nvCxnSpPr>
          <p:spPr>
            <a:xfrm>
              <a:off x="2159759" y="4296473"/>
              <a:ext cx="1044584" cy="1194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B820096-D174-46F7-B688-91A4EBEE5B39}"/>
                </a:ext>
              </a:extLst>
            </p:cNvPr>
            <p:cNvCxnSpPr>
              <a:stCxn id="59" idx="6"/>
            </p:cNvCxnSpPr>
            <p:nvPr/>
          </p:nvCxnSpPr>
          <p:spPr>
            <a:xfrm>
              <a:off x="3684890" y="2575070"/>
              <a:ext cx="1434686" cy="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56C6468-8C04-4405-80A0-AD5C25BDC8AE}"/>
                </a:ext>
              </a:extLst>
            </p:cNvPr>
            <p:cNvCxnSpPr>
              <a:stCxn id="59" idx="6"/>
              <a:endCxn id="63" idx="2"/>
            </p:cNvCxnSpPr>
            <p:nvPr/>
          </p:nvCxnSpPr>
          <p:spPr>
            <a:xfrm>
              <a:off x="3684890" y="2575071"/>
              <a:ext cx="1434686" cy="88191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1F9BA57-DA10-443C-A74F-D4FE44D7AA90}"/>
                </a:ext>
              </a:extLst>
            </p:cNvPr>
            <p:cNvCxnSpPr>
              <a:stCxn id="59" idx="6"/>
              <a:endCxn id="55" idx="2"/>
            </p:cNvCxnSpPr>
            <p:nvPr/>
          </p:nvCxnSpPr>
          <p:spPr>
            <a:xfrm>
              <a:off x="3684890" y="2575071"/>
              <a:ext cx="1434686" cy="172041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A29F968-3693-4790-B461-F2B9EA038DEC}"/>
                </a:ext>
              </a:extLst>
            </p:cNvPr>
            <p:cNvCxnSpPr>
              <a:stCxn id="71" idx="6"/>
              <a:endCxn id="75" idx="2"/>
            </p:cNvCxnSpPr>
            <p:nvPr/>
          </p:nvCxnSpPr>
          <p:spPr>
            <a:xfrm flipV="1">
              <a:off x="3705363" y="2642170"/>
              <a:ext cx="1386544" cy="8500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5676D53-F2DD-4866-9DEF-4BB8EFA4FC83}"/>
                </a:ext>
              </a:extLst>
            </p:cNvPr>
            <p:cNvCxnSpPr>
              <a:stCxn id="71" idx="6"/>
              <a:endCxn id="63" idx="2"/>
            </p:cNvCxnSpPr>
            <p:nvPr/>
          </p:nvCxnSpPr>
          <p:spPr>
            <a:xfrm flipV="1">
              <a:off x="3705362" y="3456988"/>
              <a:ext cx="1414214" cy="35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285513A-1372-4792-880E-362A8FF98287}"/>
                </a:ext>
              </a:extLst>
            </p:cNvPr>
            <p:cNvCxnSpPr>
              <a:stCxn id="71" idx="6"/>
              <a:endCxn id="55" idx="2"/>
            </p:cNvCxnSpPr>
            <p:nvPr/>
          </p:nvCxnSpPr>
          <p:spPr>
            <a:xfrm>
              <a:off x="3705362" y="3492222"/>
              <a:ext cx="1414214" cy="8032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7787317-3771-46BD-8FD7-FFB4CE8A7BF4}"/>
                </a:ext>
              </a:extLst>
            </p:cNvPr>
            <p:cNvCxnSpPr>
              <a:stCxn id="67" idx="6"/>
              <a:endCxn id="75" idx="3"/>
            </p:cNvCxnSpPr>
            <p:nvPr/>
          </p:nvCxnSpPr>
          <p:spPr>
            <a:xfrm flipV="1">
              <a:off x="3717210" y="2816767"/>
              <a:ext cx="1447815" cy="1507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6B2D7D1-1F08-44C6-B3BD-AB387350F80F}"/>
                </a:ext>
              </a:extLst>
            </p:cNvPr>
            <p:cNvCxnSpPr>
              <a:stCxn id="67" idx="6"/>
              <a:endCxn id="63" idx="3"/>
            </p:cNvCxnSpPr>
            <p:nvPr/>
          </p:nvCxnSpPr>
          <p:spPr>
            <a:xfrm flipV="1">
              <a:off x="3717210" y="3631585"/>
              <a:ext cx="1475485" cy="6923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EB86C18-7111-4080-A307-1F1704C7D97C}"/>
                </a:ext>
              </a:extLst>
            </p:cNvPr>
            <p:cNvCxnSpPr>
              <a:stCxn id="67" idx="6"/>
              <a:endCxn id="55" idx="2"/>
            </p:cNvCxnSpPr>
            <p:nvPr/>
          </p:nvCxnSpPr>
          <p:spPr>
            <a:xfrm flipV="1">
              <a:off x="3717210" y="4295489"/>
              <a:ext cx="1402366" cy="284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85EB13C-0534-4D2C-966A-1DB6B536DBC6}"/>
                </a:ext>
              </a:extLst>
            </p:cNvPr>
            <p:cNvSpPr txBox="1"/>
            <p:nvPr/>
          </p:nvSpPr>
          <p:spPr>
            <a:xfrm>
              <a:off x="4208972" y="2289194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973F9EA-B3EE-4656-A64B-F59394553EF3}"/>
                </a:ext>
              </a:extLst>
            </p:cNvPr>
            <p:cNvSpPr txBox="1"/>
            <p:nvPr/>
          </p:nvSpPr>
          <p:spPr>
            <a:xfrm>
              <a:off x="5283473" y="3790792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n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980568-4BB5-4356-8AC3-C901BDF2219A}"/>
                </a:ext>
              </a:extLst>
            </p:cNvPr>
            <p:cNvCxnSpPr>
              <a:stCxn id="75" idx="6"/>
            </p:cNvCxnSpPr>
            <p:nvPr/>
          </p:nvCxnSpPr>
          <p:spPr>
            <a:xfrm flipV="1">
              <a:off x="5591194" y="2641545"/>
              <a:ext cx="765251" cy="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6EC6738-B232-4C00-AD1B-922128341EA5}"/>
                </a:ext>
              </a:extLst>
            </p:cNvPr>
            <p:cNvCxnSpPr>
              <a:stCxn id="63" idx="6"/>
            </p:cNvCxnSpPr>
            <p:nvPr/>
          </p:nvCxnSpPr>
          <p:spPr>
            <a:xfrm flipV="1">
              <a:off x="5618863" y="3435279"/>
              <a:ext cx="811328" cy="217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973BC66-BD94-48CC-BD51-B51951D3E748}"/>
                </a:ext>
              </a:extLst>
            </p:cNvPr>
            <p:cNvCxnSpPr>
              <a:stCxn id="55" idx="6"/>
            </p:cNvCxnSpPr>
            <p:nvPr/>
          </p:nvCxnSpPr>
          <p:spPr>
            <a:xfrm flipV="1">
              <a:off x="5618863" y="4289439"/>
              <a:ext cx="737582" cy="60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2E8FA1B-223F-432F-AE30-6917E874D2A3}"/>
                </a:ext>
              </a:extLst>
            </p:cNvPr>
            <p:cNvSpPr txBox="1"/>
            <p:nvPr/>
          </p:nvSpPr>
          <p:spPr>
            <a:xfrm>
              <a:off x="5795291" y="2364545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80582AE-A7E0-4705-B0C8-7C52AEBBFB7E}"/>
                </a:ext>
              </a:extLst>
            </p:cNvPr>
            <p:cNvSpPr txBox="1"/>
            <p:nvPr/>
          </p:nvSpPr>
          <p:spPr>
            <a:xfrm>
              <a:off x="5831825" y="3164948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3D015D0-DE71-4EB0-A318-50D58BFA86D7}"/>
                </a:ext>
              </a:extLst>
            </p:cNvPr>
            <p:cNvSpPr txBox="1"/>
            <p:nvPr/>
          </p:nvSpPr>
          <p:spPr>
            <a:xfrm>
              <a:off x="5826227" y="3983993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2F13F3E-F888-408C-AFBA-C06B4279DD32}"/>
                </a:ext>
              </a:extLst>
            </p:cNvPr>
            <p:cNvSpPr txBox="1"/>
            <p:nvPr/>
          </p:nvSpPr>
          <p:spPr>
            <a:xfrm>
              <a:off x="3412510" y="2406566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46C5CDB-A397-46E9-919E-2AC23EE17D3E}"/>
                </a:ext>
              </a:extLst>
            </p:cNvPr>
            <p:cNvSpPr txBox="1"/>
            <p:nvPr/>
          </p:nvSpPr>
          <p:spPr>
            <a:xfrm>
              <a:off x="3413630" y="3369453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48D2446-3C99-4691-ACCA-F80725C7D866}"/>
                </a:ext>
              </a:extLst>
            </p:cNvPr>
            <p:cNvSpPr txBox="1"/>
            <p:nvPr/>
          </p:nvSpPr>
          <p:spPr>
            <a:xfrm>
              <a:off x="3445031" y="4209408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h3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7C190CB-2589-406A-9384-9263EE83BD36}"/>
                </a:ext>
              </a:extLst>
            </p:cNvPr>
            <p:cNvSpPr txBox="1"/>
            <p:nvPr/>
          </p:nvSpPr>
          <p:spPr>
            <a:xfrm>
              <a:off x="4061528" y="2676557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65FCC46-27E5-4F9B-ACA3-3084483B3F3B}"/>
                </a:ext>
              </a:extLst>
            </p:cNvPr>
            <p:cNvSpPr txBox="1"/>
            <p:nvPr/>
          </p:nvSpPr>
          <p:spPr>
            <a:xfrm>
              <a:off x="3712023" y="2755235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13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51929B4-6343-486F-8EE8-141D7BE60EFE}"/>
                </a:ext>
              </a:extLst>
            </p:cNvPr>
            <p:cNvSpPr txBox="1"/>
            <p:nvPr/>
          </p:nvSpPr>
          <p:spPr>
            <a:xfrm>
              <a:off x="2435380" y="2312448"/>
              <a:ext cx="50711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11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6EB3080-815C-463A-9AF4-772235C5C351}"/>
                </a:ext>
              </a:extLst>
            </p:cNvPr>
            <p:cNvSpPr txBox="1"/>
            <p:nvPr/>
          </p:nvSpPr>
          <p:spPr>
            <a:xfrm>
              <a:off x="2446121" y="2649176"/>
              <a:ext cx="595280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B3B247F-D46E-4E84-AD33-870E0B9231C6}"/>
                </a:ext>
              </a:extLst>
            </p:cNvPr>
            <p:cNvSpPr txBox="1"/>
            <p:nvPr/>
          </p:nvSpPr>
          <p:spPr>
            <a:xfrm>
              <a:off x="2030060" y="2772892"/>
              <a:ext cx="534015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13</a:t>
              </a: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15ACC955-9823-476F-BB20-C2114133284B}"/>
              </a:ext>
            </a:extLst>
          </p:cNvPr>
          <p:cNvSpPr/>
          <p:nvPr/>
        </p:nvSpPr>
        <p:spPr>
          <a:xfrm>
            <a:off x="2311447" y="2679795"/>
            <a:ext cx="1387037" cy="21371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14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ANNs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51256"/>
            <a:ext cx="7886700" cy="96596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Step 8: update the weights between the hidden layer and the input layer.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C6F669-C589-4DDA-96E7-4A04C87B3CA3}"/>
                  </a:ext>
                </a:extLst>
              </p:cNvPr>
              <p:cNvSpPr txBox="1"/>
              <p:nvPr/>
            </p:nvSpPr>
            <p:spPr>
              <a:xfrm>
                <a:off x="4953000" y="2724150"/>
                <a:ext cx="3563090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𝑁𝑒𝑤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𝑂𝑙𝑑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C6F669-C589-4DDA-96E7-4A04C87B3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724150"/>
                <a:ext cx="3563090" cy="299313"/>
              </a:xfrm>
              <a:prstGeom prst="rect">
                <a:avLst/>
              </a:prstGeom>
              <a:blipFill>
                <a:blip r:embed="rId3"/>
                <a:stretch>
                  <a:fillRect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A3651963-4994-4EBD-8D18-0E8123693F4A}"/>
              </a:ext>
            </a:extLst>
          </p:cNvPr>
          <p:cNvGrpSpPr/>
          <p:nvPr/>
        </p:nvGrpSpPr>
        <p:grpSpPr>
          <a:xfrm>
            <a:off x="123431" y="2392157"/>
            <a:ext cx="4953000" cy="2514600"/>
            <a:chOff x="1555846" y="1837071"/>
            <a:chExt cx="4874345" cy="280119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6736305-AA01-4BF2-9D02-18AB3BC50EA9}"/>
                </a:ext>
              </a:extLst>
            </p:cNvPr>
            <p:cNvSpPr/>
            <p:nvPr/>
          </p:nvSpPr>
          <p:spPr>
            <a:xfrm>
              <a:off x="1688911" y="2344003"/>
              <a:ext cx="429905" cy="5015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669CF4F-DFA7-4B5B-A38E-60D7DB43F0CE}"/>
                </a:ext>
              </a:extLst>
            </p:cNvPr>
            <p:cNvSpPr/>
            <p:nvPr/>
          </p:nvSpPr>
          <p:spPr>
            <a:xfrm>
              <a:off x="1673557" y="3237585"/>
              <a:ext cx="460612" cy="5015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7F14A53-401E-4F23-90F2-6CBB9F1752EB}"/>
                </a:ext>
              </a:extLst>
            </p:cNvPr>
            <p:cNvSpPr/>
            <p:nvPr/>
          </p:nvSpPr>
          <p:spPr>
            <a:xfrm>
              <a:off x="1688911" y="4030341"/>
              <a:ext cx="470848" cy="5322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9945E4-D5DB-4431-82D0-C8FEA674DF4D}"/>
                </a:ext>
              </a:extLst>
            </p:cNvPr>
            <p:cNvSpPr txBox="1"/>
            <p:nvPr/>
          </p:nvSpPr>
          <p:spPr>
            <a:xfrm>
              <a:off x="1555846" y="1914098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Input layer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0A77EB-C34E-48C1-B802-CCF86B7DE3FC}"/>
                </a:ext>
              </a:extLst>
            </p:cNvPr>
            <p:cNvSpPr txBox="1"/>
            <p:nvPr/>
          </p:nvSpPr>
          <p:spPr>
            <a:xfrm>
              <a:off x="2983742" y="1877904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Hidden layer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CBFA4A8-D818-45C3-9356-D03526065315}"/>
                </a:ext>
              </a:extLst>
            </p:cNvPr>
            <p:cNvSpPr txBox="1"/>
            <p:nvPr/>
          </p:nvSpPr>
          <p:spPr>
            <a:xfrm>
              <a:off x="4690604" y="1837071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output layer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A92695-6E12-4839-802A-17CEFD420653}"/>
                </a:ext>
              </a:extLst>
            </p:cNvPr>
            <p:cNvCxnSpPr>
              <a:stCxn id="9" idx="6"/>
            </p:cNvCxnSpPr>
            <p:nvPr/>
          </p:nvCxnSpPr>
          <p:spPr>
            <a:xfrm flipV="1">
              <a:off x="2118815" y="2575075"/>
              <a:ext cx="1060260" cy="1970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4A10B9D-7F59-4D07-98AB-5480E99992AD}"/>
                </a:ext>
              </a:extLst>
            </p:cNvPr>
            <p:cNvGrpSpPr/>
            <p:nvPr/>
          </p:nvGrpSpPr>
          <p:grpSpPr>
            <a:xfrm>
              <a:off x="4952059" y="2395254"/>
              <a:ext cx="639135" cy="493834"/>
              <a:chOff x="4933902" y="3679825"/>
              <a:chExt cx="1755775" cy="1295400"/>
            </a:xfrm>
          </p:grpSpPr>
          <p:sp>
            <p:nvSpPr>
              <p:cNvPr id="75" name="Oval 2">
                <a:extLst>
                  <a:ext uri="{FF2B5EF4-FFF2-40B4-BE49-F238E27FC236}">
                    <a16:creationId xmlns:a16="http://schemas.microsoft.com/office/drawing/2014/main" id="{A2F2CDBB-3A79-45BC-A4CA-53AFDEB06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76" name="Object 4">
                <a:extLst>
                  <a:ext uri="{FF2B5EF4-FFF2-40B4-BE49-F238E27FC236}">
                    <a16:creationId xmlns:a16="http://schemas.microsoft.com/office/drawing/2014/main" id="{B72EDDB4-6388-46FB-8F76-AC4636BF80D5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957" imgH="190335" progId="Equation.3">
                      <p:embed/>
                    </p:oleObj>
                  </mc:Choice>
                  <mc:Fallback>
                    <p:oleObj name="Equation" r:id="rId4" imgW="164957" imgH="190335" progId="Equation.3">
                      <p:embed/>
                      <p:pic>
                        <p:nvPicPr>
                          <p:cNvPr id="76" name="Object 4">
                            <a:extLst>
                              <a:ext uri="{FF2B5EF4-FFF2-40B4-BE49-F238E27FC236}">
                                <a16:creationId xmlns:a16="http://schemas.microsoft.com/office/drawing/2014/main" id="{B72EDDB4-6388-46FB-8F76-AC4636BF80D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" name="Object 5">
                <a:extLst>
                  <a:ext uri="{FF2B5EF4-FFF2-40B4-BE49-F238E27FC236}">
                    <a16:creationId xmlns:a16="http://schemas.microsoft.com/office/drawing/2014/main" id="{D3906382-7974-4D64-940C-247E5583355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268" imgH="203024" progId="Equation.3">
                      <p:embed/>
                    </p:oleObj>
                  </mc:Choice>
                  <mc:Fallback>
                    <p:oleObj name="Equation" r:id="rId4" imgW="152268" imgH="203024" progId="Equation.3">
                      <p:embed/>
                      <p:pic>
                        <p:nvPicPr>
                          <p:cNvPr id="77" name="Object 5">
                            <a:extLst>
                              <a:ext uri="{FF2B5EF4-FFF2-40B4-BE49-F238E27FC236}">
                                <a16:creationId xmlns:a16="http://schemas.microsoft.com/office/drawing/2014/main" id="{D3906382-7974-4D64-940C-247E5583355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8" name="Line 6">
                <a:extLst>
                  <a:ext uri="{FF2B5EF4-FFF2-40B4-BE49-F238E27FC236}">
                    <a16:creationId xmlns:a16="http://schemas.microsoft.com/office/drawing/2014/main" id="{213EAE5A-62DD-47E1-8517-0A5218896F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AEE4DB9-2A8E-49BD-820C-5B828D946325}"/>
                </a:ext>
              </a:extLst>
            </p:cNvPr>
            <p:cNvGrpSpPr/>
            <p:nvPr/>
          </p:nvGrpSpPr>
          <p:grpSpPr>
            <a:xfrm>
              <a:off x="3107171" y="3162963"/>
              <a:ext cx="598191" cy="576176"/>
              <a:chOff x="5046378" y="3463829"/>
              <a:chExt cx="1643299" cy="1511396"/>
            </a:xfrm>
          </p:grpSpPr>
          <p:sp>
            <p:nvSpPr>
              <p:cNvPr id="71" name="Oval 2">
                <a:extLst>
                  <a:ext uri="{FF2B5EF4-FFF2-40B4-BE49-F238E27FC236}">
                    <a16:creationId xmlns:a16="http://schemas.microsoft.com/office/drawing/2014/main" id="{C67FDB7F-AD9D-4BC2-95C2-923C705CC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72" name="Object 4">
                <a:extLst>
                  <a:ext uri="{FF2B5EF4-FFF2-40B4-BE49-F238E27FC236}">
                    <a16:creationId xmlns:a16="http://schemas.microsoft.com/office/drawing/2014/main" id="{29D8D668-C8FA-47CF-B7B4-5B78CEA598DF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046378" y="3463829"/>
              <a:ext cx="350838" cy="587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957" imgH="190335" progId="Equation.3">
                      <p:embed/>
                    </p:oleObj>
                  </mc:Choice>
                  <mc:Fallback>
                    <p:oleObj name="Equation" r:id="rId4" imgW="164957" imgH="190335" progId="Equation.3">
                      <p:embed/>
                      <p:pic>
                        <p:nvPicPr>
                          <p:cNvPr id="72" name="Object 4">
                            <a:extLst>
                              <a:ext uri="{FF2B5EF4-FFF2-40B4-BE49-F238E27FC236}">
                                <a16:creationId xmlns:a16="http://schemas.microsoft.com/office/drawing/2014/main" id="{29D8D668-C8FA-47CF-B7B4-5B78CEA598D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6378" y="3463829"/>
                            <a:ext cx="350838" cy="587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3" name="Object 5">
                <a:extLst>
                  <a:ext uri="{FF2B5EF4-FFF2-40B4-BE49-F238E27FC236}">
                    <a16:creationId xmlns:a16="http://schemas.microsoft.com/office/drawing/2014/main" id="{65347FC6-3EF1-4D9F-9CB0-31307A623D4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268" imgH="203024" progId="Equation.3">
                      <p:embed/>
                    </p:oleObj>
                  </mc:Choice>
                  <mc:Fallback>
                    <p:oleObj name="Equation" r:id="rId4" imgW="152268" imgH="203024" progId="Equation.3">
                      <p:embed/>
                      <p:pic>
                        <p:nvPicPr>
                          <p:cNvPr id="73" name="Object 5">
                            <a:extLst>
                              <a:ext uri="{FF2B5EF4-FFF2-40B4-BE49-F238E27FC236}">
                                <a16:creationId xmlns:a16="http://schemas.microsoft.com/office/drawing/2014/main" id="{65347FC6-3EF1-4D9F-9CB0-31307A623D4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4" name="Line 6">
                <a:extLst>
                  <a:ext uri="{FF2B5EF4-FFF2-40B4-BE49-F238E27FC236}">
                    <a16:creationId xmlns:a16="http://schemas.microsoft.com/office/drawing/2014/main" id="{ED263E12-C8C1-49EB-BE41-CD6040088D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1F720CA-B208-485C-B782-836C630157CE}"/>
                </a:ext>
              </a:extLst>
            </p:cNvPr>
            <p:cNvGrpSpPr/>
            <p:nvPr/>
          </p:nvGrpSpPr>
          <p:grpSpPr>
            <a:xfrm>
              <a:off x="3108783" y="4077018"/>
              <a:ext cx="608427" cy="561250"/>
              <a:chOff x="5018259" y="3679825"/>
              <a:chExt cx="1671418" cy="1472243"/>
            </a:xfrm>
          </p:grpSpPr>
          <p:sp>
            <p:nvSpPr>
              <p:cNvPr id="67" name="Oval 2">
                <a:extLst>
                  <a:ext uri="{FF2B5EF4-FFF2-40B4-BE49-F238E27FC236}">
                    <a16:creationId xmlns:a16="http://schemas.microsoft.com/office/drawing/2014/main" id="{252B57AD-8D0D-42B8-8F64-709EF2321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8" name="Object 4">
                <a:extLst>
                  <a:ext uri="{FF2B5EF4-FFF2-40B4-BE49-F238E27FC236}">
                    <a16:creationId xmlns:a16="http://schemas.microsoft.com/office/drawing/2014/main" id="{C41DCDEA-443B-4505-8516-CA7F19364CF3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018259" y="4564692"/>
              <a:ext cx="350838" cy="587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957" imgH="190335" progId="Equation.3">
                      <p:embed/>
                    </p:oleObj>
                  </mc:Choice>
                  <mc:Fallback>
                    <p:oleObj name="Equation" r:id="rId4" imgW="164957" imgH="190335" progId="Equation.3">
                      <p:embed/>
                      <p:pic>
                        <p:nvPicPr>
                          <p:cNvPr id="68" name="Object 4">
                            <a:extLst>
                              <a:ext uri="{FF2B5EF4-FFF2-40B4-BE49-F238E27FC236}">
                                <a16:creationId xmlns:a16="http://schemas.microsoft.com/office/drawing/2014/main" id="{C41DCDEA-443B-4505-8516-CA7F19364CF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18259" y="4564692"/>
                            <a:ext cx="350838" cy="587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" name="Object 5">
                <a:extLst>
                  <a:ext uri="{FF2B5EF4-FFF2-40B4-BE49-F238E27FC236}">
                    <a16:creationId xmlns:a16="http://schemas.microsoft.com/office/drawing/2014/main" id="{4D4BD37C-AC51-4140-B254-B0AD5876A2F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268" imgH="203024" progId="Equation.3">
                      <p:embed/>
                    </p:oleObj>
                  </mc:Choice>
                  <mc:Fallback>
                    <p:oleObj name="Equation" r:id="rId4" imgW="152268" imgH="203024" progId="Equation.3">
                      <p:embed/>
                      <p:pic>
                        <p:nvPicPr>
                          <p:cNvPr id="69" name="Object 5">
                            <a:extLst>
                              <a:ext uri="{FF2B5EF4-FFF2-40B4-BE49-F238E27FC236}">
                                <a16:creationId xmlns:a16="http://schemas.microsoft.com/office/drawing/2014/main" id="{4D4BD37C-AC51-4140-B254-B0AD5876A2F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0" name="Line 6">
                <a:extLst>
                  <a:ext uri="{FF2B5EF4-FFF2-40B4-BE49-F238E27FC236}">
                    <a16:creationId xmlns:a16="http://schemas.microsoft.com/office/drawing/2014/main" id="{DC52F637-259B-400B-B130-A68569BD43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02ACF81-92C1-43F3-8732-9AE76632E8EC}"/>
                </a:ext>
              </a:extLst>
            </p:cNvPr>
            <p:cNvGrpSpPr/>
            <p:nvPr/>
          </p:nvGrpSpPr>
          <p:grpSpPr>
            <a:xfrm>
              <a:off x="4979729" y="3210072"/>
              <a:ext cx="639135" cy="493834"/>
              <a:chOff x="4933902" y="3679825"/>
              <a:chExt cx="1755775" cy="1295400"/>
            </a:xfrm>
          </p:grpSpPr>
          <p:sp>
            <p:nvSpPr>
              <p:cNvPr id="63" name="Oval 2">
                <a:extLst>
                  <a:ext uri="{FF2B5EF4-FFF2-40B4-BE49-F238E27FC236}">
                    <a16:creationId xmlns:a16="http://schemas.microsoft.com/office/drawing/2014/main" id="{13B74553-CAA6-4F72-AEFA-A8ACC13E0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4" name="Object 4">
                <a:extLst>
                  <a:ext uri="{FF2B5EF4-FFF2-40B4-BE49-F238E27FC236}">
                    <a16:creationId xmlns:a16="http://schemas.microsoft.com/office/drawing/2014/main" id="{19CABC70-ED04-4595-A5B3-4DDEE3D54179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957" imgH="190335" progId="Equation.3">
                      <p:embed/>
                    </p:oleObj>
                  </mc:Choice>
                  <mc:Fallback>
                    <p:oleObj name="Equation" r:id="rId4" imgW="164957" imgH="190335" progId="Equation.3">
                      <p:embed/>
                      <p:pic>
                        <p:nvPicPr>
                          <p:cNvPr id="64" name="Object 4">
                            <a:extLst>
                              <a:ext uri="{FF2B5EF4-FFF2-40B4-BE49-F238E27FC236}">
                                <a16:creationId xmlns:a16="http://schemas.microsoft.com/office/drawing/2014/main" id="{19CABC70-ED04-4595-A5B3-4DDEE3D5417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" name="Object 5">
                <a:extLst>
                  <a:ext uri="{FF2B5EF4-FFF2-40B4-BE49-F238E27FC236}">
                    <a16:creationId xmlns:a16="http://schemas.microsoft.com/office/drawing/2014/main" id="{3AF680FB-66D2-4468-A3E8-BDF6B40FBDE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268" imgH="203024" progId="Equation.3">
                      <p:embed/>
                    </p:oleObj>
                  </mc:Choice>
                  <mc:Fallback>
                    <p:oleObj name="Equation" r:id="rId4" imgW="152268" imgH="203024" progId="Equation.3">
                      <p:embed/>
                      <p:pic>
                        <p:nvPicPr>
                          <p:cNvPr id="65" name="Object 5">
                            <a:extLst>
                              <a:ext uri="{FF2B5EF4-FFF2-40B4-BE49-F238E27FC236}">
                                <a16:creationId xmlns:a16="http://schemas.microsoft.com/office/drawing/2014/main" id="{3AF680FB-66D2-4468-A3E8-BDF6B40FBDE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6" name="Line 6">
                <a:extLst>
                  <a:ext uri="{FF2B5EF4-FFF2-40B4-BE49-F238E27FC236}">
                    <a16:creationId xmlns:a16="http://schemas.microsoft.com/office/drawing/2014/main" id="{25866F12-8BF8-4596-85E0-FE1C321F5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F070D84-BD4C-46D1-87CC-FE0454A0656B}"/>
                </a:ext>
              </a:extLst>
            </p:cNvPr>
            <p:cNvGrpSpPr/>
            <p:nvPr/>
          </p:nvGrpSpPr>
          <p:grpSpPr>
            <a:xfrm>
              <a:off x="3107171" y="2235573"/>
              <a:ext cx="577719" cy="586414"/>
              <a:chOff x="5102616" y="3436971"/>
              <a:chExt cx="1587061" cy="1538254"/>
            </a:xfrm>
          </p:grpSpPr>
          <p:sp>
            <p:nvSpPr>
              <p:cNvPr id="59" name="Oval 2">
                <a:extLst>
                  <a:ext uri="{FF2B5EF4-FFF2-40B4-BE49-F238E27FC236}">
                    <a16:creationId xmlns:a16="http://schemas.microsoft.com/office/drawing/2014/main" id="{44B2B3C5-F98F-4721-8929-927AE48FC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0" name="Object 4">
                <a:extLst>
                  <a:ext uri="{FF2B5EF4-FFF2-40B4-BE49-F238E27FC236}">
                    <a16:creationId xmlns:a16="http://schemas.microsoft.com/office/drawing/2014/main" id="{2D316245-BDE3-4819-8DC4-7078CB83235B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102616" y="3436971"/>
              <a:ext cx="350838" cy="5873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957" imgH="190335" progId="Equation.3">
                      <p:embed/>
                    </p:oleObj>
                  </mc:Choice>
                  <mc:Fallback>
                    <p:oleObj name="Equation" r:id="rId4" imgW="164957" imgH="190335" progId="Equation.3">
                      <p:embed/>
                      <p:pic>
                        <p:nvPicPr>
                          <p:cNvPr id="60" name="Object 4">
                            <a:extLst>
                              <a:ext uri="{FF2B5EF4-FFF2-40B4-BE49-F238E27FC236}">
                                <a16:creationId xmlns:a16="http://schemas.microsoft.com/office/drawing/2014/main" id="{2D316245-BDE3-4819-8DC4-7078CB83235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02616" y="3436971"/>
                            <a:ext cx="350838" cy="5873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Object 5">
                <a:extLst>
                  <a:ext uri="{FF2B5EF4-FFF2-40B4-BE49-F238E27FC236}">
                    <a16:creationId xmlns:a16="http://schemas.microsoft.com/office/drawing/2014/main" id="{15FF22A9-78CF-49A0-9914-A35E9966A77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268" imgH="203024" progId="Equation.3">
                      <p:embed/>
                    </p:oleObj>
                  </mc:Choice>
                  <mc:Fallback>
                    <p:oleObj name="Equation" r:id="rId4" imgW="152268" imgH="203024" progId="Equation.3">
                      <p:embed/>
                      <p:pic>
                        <p:nvPicPr>
                          <p:cNvPr id="61" name="Object 5">
                            <a:extLst>
                              <a:ext uri="{FF2B5EF4-FFF2-40B4-BE49-F238E27FC236}">
                                <a16:creationId xmlns:a16="http://schemas.microsoft.com/office/drawing/2014/main" id="{15FF22A9-78CF-49A0-9914-A35E9966A77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" name="Line 6">
                <a:extLst>
                  <a:ext uri="{FF2B5EF4-FFF2-40B4-BE49-F238E27FC236}">
                    <a16:creationId xmlns:a16="http://schemas.microsoft.com/office/drawing/2014/main" id="{29DDED89-2FB9-484B-ADD1-1F8E28DE6E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2B016A7-DD0B-4E7F-AA59-4FE2DB8D9A88}"/>
                </a:ext>
              </a:extLst>
            </p:cNvPr>
            <p:cNvGrpSpPr/>
            <p:nvPr/>
          </p:nvGrpSpPr>
          <p:grpSpPr>
            <a:xfrm>
              <a:off x="4979729" y="4048572"/>
              <a:ext cx="639135" cy="493834"/>
              <a:chOff x="4933902" y="3679825"/>
              <a:chExt cx="1755775" cy="1295400"/>
            </a:xfrm>
          </p:grpSpPr>
          <p:sp>
            <p:nvSpPr>
              <p:cNvPr id="55" name="Oval 2">
                <a:extLst>
                  <a:ext uri="{FF2B5EF4-FFF2-40B4-BE49-F238E27FC236}">
                    <a16:creationId xmlns:a16="http://schemas.microsoft.com/office/drawing/2014/main" id="{A6EA0681-984F-4CB8-85E9-D568B0E123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56" name="Object 4">
                <a:extLst>
                  <a:ext uri="{FF2B5EF4-FFF2-40B4-BE49-F238E27FC236}">
                    <a16:creationId xmlns:a16="http://schemas.microsoft.com/office/drawing/2014/main" id="{40C3860F-33DA-4A2A-BFAE-5F9D870EBD28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957" imgH="190335" progId="Equation.3">
                      <p:embed/>
                    </p:oleObj>
                  </mc:Choice>
                  <mc:Fallback>
                    <p:oleObj name="Equation" r:id="rId4" imgW="164957" imgH="190335" progId="Equation.3">
                      <p:embed/>
                      <p:pic>
                        <p:nvPicPr>
                          <p:cNvPr id="56" name="Object 4">
                            <a:extLst>
                              <a:ext uri="{FF2B5EF4-FFF2-40B4-BE49-F238E27FC236}">
                                <a16:creationId xmlns:a16="http://schemas.microsoft.com/office/drawing/2014/main" id="{40C3860F-33DA-4A2A-BFAE-5F9D870EBD2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" name="Object 5">
                <a:extLst>
                  <a:ext uri="{FF2B5EF4-FFF2-40B4-BE49-F238E27FC236}">
                    <a16:creationId xmlns:a16="http://schemas.microsoft.com/office/drawing/2014/main" id="{AF0C271E-CE23-4770-914F-9435D8390F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268" imgH="203024" progId="Equation.3">
                      <p:embed/>
                    </p:oleObj>
                  </mc:Choice>
                  <mc:Fallback>
                    <p:oleObj name="Equation" r:id="rId4" imgW="152268" imgH="203024" progId="Equation.3">
                      <p:embed/>
                      <p:pic>
                        <p:nvPicPr>
                          <p:cNvPr id="57" name="Object 5">
                            <a:extLst>
                              <a:ext uri="{FF2B5EF4-FFF2-40B4-BE49-F238E27FC236}">
                                <a16:creationId xmlns:a16="http://schemas.microsoft.com/office/drawing/2014/main" id="{AF0C271E-CE23-4770-914F-9435D8390F6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8" name="Line 6">
                <a:extLst>
                  <a:ext uri="{FF2B5EF4-FFF2-40B4-BE49-F238E27FC236}">
                    <a16:creationId xmlns:a16="http://schemas.microsoft.com/office/drawing/2014/main" id="{E8084D56-EC65-4F4E-A34C-5E797B07FF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9757646-A7D4-40FE-A6D2-2671EBCE0CC6}"/>
                </a:ext>
              </a:extLst>
            </p:cNvPr>
            <p:cNvCxnSpPr>
              <a:stCxn id="9" idx="6"/>
              <a:endCxn id="71" idx="1"/>
            </p:cNvCxnSpPr>
            <p:nvPr/>
          </p:nvCxnSpPr>
          <p:spPr>
            <a:xfrm>
              <a:off x="2118816" y="2594781"/>
              <a:ext cx="1160381" cy="72284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7522098-8290-4F36-A284-EE5F7B97F20C}"/>
                </a:ext>
              </a:extLst>
            </p:cNvPr>
            <p:cNvCxnSpPr>
              <a:stCxn id="9" idx="6"/>
              <a:endCxn id="67" idx="1"/>
            </p:cNvCxnSpPr>
            <p:nvPr/>
          </p:nvCxnSpPr>
          <p:spPr>
            <a:xfrm>
              <a:off x="2118816" y="2594781"/>
              <a:ext cx="1172228" cy="155455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8DB64E7-50E2-4CF4-83CE-20C5A6E1B304}"/>
                </a:ext>
              </a:extLst>
            </p:cNvPr>
            <p:cNvCxnSpPr>
              <a:stCxn id="10" idx="6"/>
            </p:cNvCxnSpPr>
            <p:nvPr/>
          </p:nvCxnSpPr>
          <p:spPr>
            <a:xfrm flipV="1">
              <a:off x="2134169" y="2688576"/>
              <a:ext cx="1059773" cy="7997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19DBAE4-139B-4367-8301-A382B512C72C}"/>
                </a:ext>
              </a:extLst>
            </p:cNvPr>
            <p:cNvCxnSpPr>
              <a:stCxn id="10" idx="6"/>
              <a:endCxn id="71" idx="2"/>
            </p:cNvCxnSpPr>
            <p:nvPr/>
          </p:nvCxnSpPr>
          <p:spPr>
            <a:xfrm>
              <a:off x="2134169" y="3488363"/>
              <a:ext cx="1071909" cy="3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994FCBF-9F9B-46C0-B297-2D06F22C7B23}"/>
                </a:ext>
              </a:extLst>
            </p:cNvPr>
            <p:cNvCxnSpPr>
              <a:stCxn id="10" idx="6"/>
              <a:endCxn id="67" idx="2"/>
            </p:cNvCxnSpPr>
            <p:nvPr/>
          </p:nvCxnSpPr>
          <p:spPr>
            <a:xfrm>
              <a:off x="2134169" y="3488362"/>
              <a:ext cx="1083756" cy="8355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8CB6020-055A-4E58-8652-F1BD5BC88874}"/>
                </a:ext>
              </a:extLst>
            </p:cNvPr>
            <p:cNvCxnSpPr>
              <a:stCxn id="11" idx="6"/>
              <a:endCxn id="59" idx="3"/>
            </p:cNvCxnSpPr>
            <p:nvPr/>
          </p:nvCxnSpPr>
          <p:spPr>
            <a:xfrm flipV="1">
              <a:off x="2159758" y="2749672"/>
              <a:ext cx="1098968" cy="1546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E623A2B-16CF-48F7-A46D-0C07C9DE2D36}"/>
                </a:ext>
              </a:extLst>
            </p:cNvPr>
            <p:cNvCxnSpPr>
              <a:stCxn id="11" idx="6"/>
              <a:endCxn id="71" idx="3"/>
            </p:cNvCxnSpPr>
            <p:nvPr/>
          </p:nvCxnSpPr>
          <p:spPr>
            <a:xfrm flipV="1">
              <a:off x="2159759" y="3666820"/>
              <a:ext cx="1119438" cy="6296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94AFDEC-C2F3-4DDC-93BB-EAB499F5558E}"/>
                </a:ext>
              </a:extLst>
            </p:cNvPr>
            <p:cNvCxnSpPr>
              <a:stCxn id="11" idx="6"/>
            </p:cNvCxnSpPr>
            <p:nvPr/>
          </p:nvCxnSpPr>
          <p:spPr>
            <a:xfrm>
              <a:off x="2159759" y="4296473"/>
              <a:ext cx="1044584" cy="1194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30DEFE3-CB52-45CE-A1D3-C4548730C3AD}"/>
                </a:ext>
              </a:extLst>
            </p:cNvPr>
            <p:cNvCxnSpPr>
              <a:stCxn id="59" idx="6"/>
            </p:cNvCxnSpPr>
            <p:nvPr/>
          </p:nvCxnSpPr>
          <p:spPr>
            <a:xfrm>
              <a:off x="3684890" y="2575070"/>
              <a:ext cx="1434686" cy="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82908B0-EF93-4611-B4A0-6059BF960CEA}"/>
                </a:ext>
              </a:extLst>
            </p:cNvPr>
            <p:cNvCxnSpPr>
              <a:stCxn id="59" idx="6"/>
              <a:endCxn id="63" idx="2"/>
            </p:cNvCxnSpPr>
            <p:nvPr/>
          </p:nvCxnSpPr>
          <p:spPr>
            <a:xfrm>
              <a:off x="3684890" y="2575071"/>
              <a:ext cx="1434686" cy="88191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03FE33B-F89C-4952-8F28-8FC6D4925134}"/>
                </a:ext>
              </a:extLst>
            </p:cNvPr>
            <p:cNvCxnSpPr>
              <a:stCxn id="59" idx="6"/>
              <a:endCxn id="55" idx="2"/>
            </p:cNvCxnSpPr>
            <p:nvPr/>
          </p:nvCxnSpPr>
          <p:spPr>
            <a:xfrm>
              <a:off x="3684890" y="2575071"/>
              <a:ext cx="1434686" cy="172041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BB64907-A324-4895-B5CA-BFDDCBC7EB19}"/>
                </a:ext>
              </a:extLst>
            </p:cNvPr>
            <p:cNvCxnSpPr>
              <a:stCxn id="71" idx="6"/>
              <a:endCxn id="75" idx="2"/>
            </p:cNvCxnSpPr>
            <p:nvPr/>
          </p:nvCxnSpPr>
          <p:spPr>
            <a:xfrm flipV="1">
              <a:off x="3705363" y="2642170"/>
              <a:ext cx="1386544" cy="8500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DC55E28-7DC6-42B1-B281-44FC50E99F62}"/>
                </a:ext>
              </a:extLst>
            </p:cNvPr>
            <p:cNvCxnSpPr>
              <a:stCxn id="71" idx="6"/>
              <a:endCxn id="63" idx="2"/>
            </p:cNvCxnSpPr>
            <p:nvPr/>
          </p:nvCxnSpPr>
          <p:spPr>
            <a:xfrm flipV="1">
              <a:off x="3705362" y="3456988"/>
              <a:ext cx="1414214" cy="35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09CA846-1B39-4400-9C3E-4346CB1B8F8F}"/>
                </a:ext>
              </a:extLst>
            </p:cNvPr>
            <p:cNvCxnSpPr>
              <a:stCxn id="71" idx="6"/>
              <a:endCxn id="55" idx="2"/>
            </p:cNvCxnSpPr>
            <p:nvPr/>
          </p:nvCxnSpPr>
          <p:spPr>
            <a:xfrm>
              <a:off x="3705362" y="3492222"/>
              <a:ext cx="1414214" cy="8032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1B35012-CFBF-4A5A-A9AF-4DD710043ED3}"/>
                </a:ext>
              </a:extLst>
            </p:cNvPr>
            <p:cNvCxnSpPr>
              <a:stCxn id="67" idx="6"/>
              <a:endCxn id="75" idx="3"/>
            </p:cNvCxnSpPr>
            <p:nvPr/>
          </p:nvCxnSpPr>
          <p:spPr>
            <a:xfrm flipV="1">
              <a:off x="3717210" y="2816767"/>
              <a:ext cx="1447815" cy="1507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BC2C1B2-D589-4385-8AC4-296735DF8133}"/>
                </a:ext>
              </a:extLst>
            </p:cNvPr>
            <p:cNvCxnSpPr>
              <a:stCxn id="67" idx="6"/>
              <a:endCxn id="63" idx="3"/>
            </p:cNvCxnSpPr>
            <p:nvPr/>
          </p:nvCxnSpPr>
          <p:spPr>
            <a:xfrm flipV="1">
              <a:off x="3717210" y="3631585"/>
              <a:ext cx="1475485" cy="6923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32E6080-8BD5-40D4-941C-D5906DBB8998}"/>
                </a:ext>
              </a:extLst>
            </p:cNvPr>
            <p:cNvCxnSpPr>
              <a:stCxn id="67" idx="6"/>
              <a:endCxn id="55" idx="2"/>
            </p:cNvCxnSpPr>
            <p:nvPr/>
          </p:nvCxnSpPr>
          <p:spPr>
            <a:xfrm flipV="1">
              <a:off x="3717210" y="4295489"/>
              <a:ext cx="1402366" cy="284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F898A22-0B46-405C-A319-DA01BA2F288E}"/>
                </a:ext>
              </a:extLst>
            </p:cNvPr>
            <p:cNvSpPr txBox="1"/>
            <p:nvPr/>
          </p:nvSpPr>
          <p:spPr>
            <a:xfrm>
              <a:off x="4208972" y="2289194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7F13FCD-C210-4F61-A8E8-0580C2439D02}"/>
                </a:ext>
              </a:extLst>
            </p:cNvPr>
            <p:cNvSpPr txBox="1"/>
            <p:nvPr/>
          </p:nvSpPr>
          <p:spPr>
            <a:xfrm>
              <a:off x="5283473" y="3790792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n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E33E9A4-436F-46E4-90B3-90A48B142139}"/>
                </a:ext>
              </a:extLst>
            </p:cNvPr>
            <p:cNvCxnSpPr>
              <a:stCxn id="75" idx="6"/>
            </p:cNvCxnSpPr>
            <p:nvPr/>
          </p:nvCxnSpPr>
          <p:spPr>
            <a:xfrm flipV="1">
              <a:off x="5591194" y="2641545"/>
              <a:ext cx="765251" cy="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6FB1DAE-51CA-46B8-B3ED-995354FBF775}"/>
                </a:ext>
              </a:extLst>
            </p:cNvPr>
            <p:cNvCxnSpPr>
              <a:stCxn id="63" idx="6"/>
            </p:cNvCxnSpPr>
            <p:nvPr/>
          </p:nvCxnSpPr>
          <p:spPr>
            <a:xfrm flipV="1">
              <a:off x="5618863" y="3435279"/>
              <a:ext cx="811328" cy="217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DCE4A7-7D59-4574-8757-5BE7B3F9EB35}"/>
                </a:ext>
              </a:extLst>
            </p:cNvPr>
            <p:cNvCxnSpPr>
              <a:stCxn id="55" idx="6"/>
            </p:cNvCxnSpPr>
            <p:nvPr/>
          </p:nvCxnSpPr>
          <p:spPr>
            <a:xfrm flipV="1">
              <a:off x="5618863" y="4289439"/>
              <a:ext cx="737582" cy="60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4539DE2-46F2-436C-B2FD-5F0792E0DD39}"/>
                </a:ext>
              </a:extLst>
            </p:cNvPr>
            <p:cNvSpPr txBox="1"/>
            <p:nvPr/>
          </p:nvSpPr>
          <p:spPr>
            <a:xfrm>
              <a:off x="5795291" y="2364545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9114F14-AB3A-4D3C-826C-20BD00C03ADF}"/>
                </a:ext>
              </a:extLst>
            </p:cNvPr>
            <p:cNvSpPr txBox="1"/>
            <p:nvPr/>
          </p:nvSpPr>
          <p:spPr>
            <a:xfrm>
              <a:off x="5831825" y="3164948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CBBFAFA-966D-4304-BFC3-2D087A4381EA}"/>
                </a:ext>
              </a:extLst>
            </p:cNvPr>
            <p:cNvSpPr txBox="1"/>
            <p:nvPr/>
          </p:nvSpPr>
          <p:spPr>
            <a:xfrm>
              <a:off x="5826227" y="3983993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B522F7C-4A57-4970-A908-CD7AF3D49E09}"/>
                </a:ext>
              </a:extLst>
            </p:cNvPr>
            <p:cNvSpPr txBox="1"/>
            <p:nvPr/>
          </p:nvSpPr>
          <p:spPr>
            <a:xfrm>
              <a:off x="3412510" y="2406566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1329180-3D3F-4DA9-895E-EE13EDFF566D}"/>
                </a:ext>
              </a:extLst>
            </p:cNvPr>
            <p:cNvSpPr txBox="1"/>
            <p:nvPr/>
          </p:nvSpPr>
          <p:spPr>
            <a:xfrm>
              <a:off x="3413630" y="3369453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687EEC6-5AC7-4719-B367-07F7C33D915D}"/>
                </a:ext>
              </a:extLst>
            </p:cNvPr>
            <p:cNvSpPr txBox="1"/>
            <p:nvPr/>
          </p:nvSpPr>
          <p:spPr>
            <a:xfrm>
              <a:off x="3445031" y="4209408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h3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8017305-1F4D-49B9-8F21-2EA8CE0F2E0B}"/>
                </a:ext>
              </a:extLst>
            </p:cNvPr>
            <p:cNvSpPr txBox="1"/>
            <p:nvPr/>
          </p:nvSpPr>
          <p:spPr>
            <a:xfrm>
              <a:off x="4061528" y="2676557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3FE6DE5-9E69-4EC5-AD35-318DFB9D8D01}"/>
                </a:ext>
              </a:extLst>
            </p:cNvPr>
            <p:cNvSpPr txBox="1"/>
            <p:nvPr/>
          </p:nvSpPr>
          <p:spPr>
            <a:xfrm>
              <a:off x="3712023" y="2755235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13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5D07D48-40B2-4EA1-948C-4FE059BBBE11}"/>
                </a:ext>
              </a:extLst>
            </p:cNvPr>
            <p:cNvSpPr txBox="1"/>
            <p:nvPr/>
          </p:nvSpPr>
          <p:spPr>
            <a:xfrm>
              <a:off x="2435380" y="2312448"/>
              <a:ext cx="50711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11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937A105-ABFF-409B-907D-2E73F4D2267E}"/>
                </a:ext>
              </a:extLst>
            </p:cNvPr>
            <p:cNvSpPr txBox="1"/>
            <p:nvPr/>
          </p:nvSpPr>
          <p:spPr>
            <a:xfrm>
              <a:off x="2446121" y="2649176"/>
              <a:ext cx="595280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5E99A92-AF77-4724-8D9A-12AFA3395BB2}"/>
                </a:ext>
              </a:extLst>
            </p:cNvPr>
            <p:cNvSpPr txBox="1"/>
            <p:nvPr/>
          </p:nvSpPr>
          <p:spPr>
            <a:xfrm>
              <a:off x="2030060" y="2772892"/>
              <a:ext cx="534015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13</a:t>
              </a:r>
            </a:p>
          </p:txBody>
        </p:sp>
      </p:grpSp>
      <p:sp>
        <p:nvSpPr>
          <p:cNvPr id="79" name="Oval 78">
            <a:extLst>
              <a:ext uri="{FF2B5EF4-FFF2-40B4-BE49-F238E27FC236}">
                <a16:creationId xmlns:a16="http://schemas.microsoft.com/office/drawing/2014/main" id="{E70E9686-6089-4212-9038-3858825AE267}"/>
              </a:ext>
            </a:extLst>
          </p:cNvPr>
          <p:cNvSpPr/>
          <p:nvPr/>
        </p:nvSpPr>
        <p:spPr>
          <a:xfrm>
            <a:off x="534259" y="2639443"/>
            <a:ext cx="1387037" cy="21371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25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ANNs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51256"/>
            <a:ext cx="7886700" cy="96596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Step 9: Repeat from step 2 using the next input sample 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3651963-4994-4EBD-8D18-0E8123693F4A}"/>
              </a:ext>
            </a:extLst>
          </p:cNvPr>
          <p:cNvGrpSpPr/>
          <p:nvPr/>
        </p:nvGrpSpPr>
        <p:grpSpPr>
          <a:xfrm>
            <a:off x="1905000" y="2343150"/>
            <a:ext cx="4953000" cy="2514600"/>
            <a:chOff x="1555846" y="1837071"/>
            <a:chExt cx="4874345" cy="280119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6736305-AA01-4BF2-9D02-18AB3BC50EA9}"/>
                </a:ext>
              </a:extLst>
            </p:cNvPr>
            <p:cNvSpPr/>
            <p:nvPr/>
          </p:nvSpPr>
          <p:spPr>
            <a:xfrm>
              <a:off x="1688911" y="2344003"/>
              <a:ext cx="429905" cy="5015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669CF4F-DFA7-4B5B-A38E-60D7DB43F0CE}"/>
                </a:ext>
              </a:extLst>
            </p:cNvPr>
            <p:cNvSpPr/>
            <p:nvPr/>
          </p:nvSpPr>
          <p:spPr>
            <a:xfrm>
              <a:off x="1673557" y="3237585"/>
              <a:ext cx="460612" cy="50155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7F14A53-401E-4F23-90F2-6CBB9F1752EB}"/>
                </a:ext>
              </a:extLst>
            </p:cNvPr>
            <p:cNvSpPr/>
            <p:nvPr/>
          </p:nvSpPr>
          <p:spPr>
            <a:xfrm>
              <a:off x="1688911" y="4030341"/>
              <a:ext cx="470848" cy="5322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x3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9945E4-D5DB-4431-82D0-C8FEA674DF4D}"/>
                </a:ext>
              </a:extLst>
            </p:cNvPr>
            <p:cNvSpPr txBox="1"/>
            <p:nvPr/>
          </p:nvSpPr>
          <p:spPr>
            <a:xfrm>
              <a:off x="1555846" y="1914098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Input layer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0A77EB-C34E-48C1-B802-CCF86B7DE3FC}"/>
                </a:ext>
              </a:extLst>
            </p:cNvPr>
            <p:cNvSpPr txBox="1"/>
            <p:nvPr/>
          </p:nvSpPr>
          <p:spPr>
            <a:xfrm>
              <a:off x="2983742" y="1877904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Hidden layer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CBFA4A8-D818-45C3-9356-D03526065315}"/>
                </a:ext>
              </a:extLst>
            </p:cNvPr>
            <p:cNvSpPr txBox="1"/>
            <p:nvPr/>
          </p:nvSpPr>
          <p:spPr>
            <a:xfrm>
              <a:off x="4690604" y="1837071"/>
              <a:ext cx="140230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output layer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A92695-6E12-4839-802A-17CEFD420653}"/>
                </a:ext>
              </a:extLst>
            </p:cNvPr>
            <p:cNvCxnSpPr>
              <a:stCxn id="9" idx="6"/>
            </p:cNvCxnSpPr>
            <p:nvPr/>
          </p:nvCxnSpPr>
          <p:spPr>
            <a:xfrm flipV="1">
              <a:off x="2118815" y="2575075"/>
              <a:ext cx="1060260" cy="1970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4A10B9D-7F59-4D07-98AB-5480E99992AD}"/>
                </a:ext>
              </a:extLst>
            </p:cNvPr>
            <p:cNvGrpSpPr/>
            <p:nvPr/>
          </p:nvGrpSpPr>
          <p:grpSpPr>
            <a:xfrm>
              <a:off x="4952059" y="2395254"/>
              <a:ext cx="639135" cy="493834"/>
              <a:chOff x="4933902" y="3679825"/>
              <a:chExt cx="1755775" cy="1295400"/>
            </a:xfrm>
          </p:grpSpPr>
          <p:sp>
            <p:nvSpPr>
              <p:cNvPr id="75" name="Oval 2">
                <a:extLst>
                  <a:ext uri="{FF2B5EF4-FFF2-40B4-BE49-F238E27FC236}">
                    <a16:creationId xmlns:a16="http://schemas.microsoft.com/office/drawing/2014/main" id="{A2F2CDBB-3A79-45BC-A4CA-53AFDEB06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76" name="Object 4">
                <a:extLst>
                  <a:ext uri="{FF2B5EF4-FFF2-40B4-BE49-F238E27FC236}">
                    <a16:creationId xmlns:a16="http://schemas.microsoft.com/office/drawing/2014/main" id="{B72EDDB4-6388-46FB-8F76-AC4636BF80D5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76" name="Object 4">
                            <a:extLst>
                              <a:ext uri="{FF2B5EF4-FFF2-40B4-BE49-F238E27FC236}">
                                <a16:creationId xmlns:a16="http://schemas.microsoft.com/office/drawing/2014/main" id="{B72EDDB4-6388-46FB-8F76-AC4636BF80D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" name="Object 5">
                <a:extLst>
                  <a:ext uri="{FF2B5EF4-FFF2-40B4-BE49-F238E27FC236}">
                    <a16:creationId xmlns:a16="http://schemas.microsoft.com/office/drawing/2014/main" id="{D3906382-7974-4D64-940C-247E5583355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77" name="Object 5">
                            <a:extLst>
                              <a:ext uri="{FF2B5EF4-FFF2-40B4-BE49-F238E27FC236}">
                                <a16:creationId xmlns:a16="http://schemas.microsoft.com/office/drawing/2014/main" id="{D3906382-7974-4D64-940C-247E5583355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8" name="Line 6">
                <a:extLst>
                  <a:ext uri="{FF2B5EF4-FFF2-40B4-BE49-F238E27FC236}">
                    <a16:creationId xmlns:a16="http://schemas.microsoft.com/office/drawing/2014/main" id="{213EAE5A-62DD-47E1-8517-0A5218896F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AEE4DB9-2A8E-49BD-820C-5B828D946325}"/>
                </a:ext>
              </a:extLst>
            </p:cNvPr>
            <p:cNvGrpSpPr/>
            <p:nvPr/>
          </p:nvGrpSpPr>
          <p:grpSpPr>
            <a:xfrm>
              <a:off x="3107171" y="3162963"/>
              <a:ext cx="598191" cy="576176"/>
              <a:chOff x="5046378" y="3463829"/>
              <a:chExt cx="1643299" cy="1511396"/>
            </a:xfrm>
          </p:grpSpPr>
          <p:sp>
            <p:nvSpPr>
              <p:cNvPr id="71" name="Oval 2">
                <a:extLst>
                  <a:ext uri="{FF2B5EF4-FFF2-40B4-BE49-F238E27FC236}">
                    <a16:creationId xmlns:a16="http://schemas.microsoft.com/office/drawing/2014/main" id="{C67FDB7F-AD9D-4BC2-95C2-923C705CC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72" name="Object 4">
                <a:extLst>
                  <a:ext uri="{FF2B5EF4-FFF2-40B4-BE49-F238E27FC236}">
                    <a16:creationId xmlns:a16="http://schemas.microsoft.com/office/drawing/2014/main" id="{29D8D668-C8FA-47CF-B7B4-5B78CEA598DF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046378" y="3463829"/>
              <a:ext cx="350838" cy="587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72" name="Object 4">
                            <a:extLst>
                              <a:ext uri="{FF2B5EF4-FFF2-40B4-BE49-F238E27FC236}">
                                <a16:creationId xmlns:a16="http://schemas.microsoft.com/office/drawing/2014/main" id="{29D8D668-C8FA-47CF-B7B4-5B78CEA598D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6378" y="3463829"/>
                            <a:ext cx="350838" cy="587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3" name="Object 5">
                <a:extLst>
                  <a:ext uri="{FF2B5EF4-FFF2-40B4-BE49-F238E27FC236}">
                    <a16:creationId xmlns:a16="http://schemas.microsoft.com/office/drawing/2014/main" id="{65347FC6-3EF1-4D9F-9CB0-31307A623D4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73" name="Object 5">
                            <a:extLst>
                              <a:ext uri="{FF2B5EF4-FFF2-40B4-BE49-F238E27FC236}">
                                <a16:creationId xmlns:a16="http://schemas.microsoft.com/office/drawing/2014/main" id="{65347FC6-3EF1-4D9F-9CB0-31307A623D4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4" name="Line 6">
                <a:extLst>
                  <a:ext uri="{FF2B5EF4-FFF2-40B4-BE49-F238E27FC236}">
                    <a16:creationId xmlns:a16="http://schemas.microsoft.com/office/drawing/2014/main" id="{ED263E12-C8C1-49EB-BE41-CD6040088D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1F720CA-B208-485C-B782-836C630157CE}"/>
                </a:ext>
              </a:extLst>
            </p:cNvPr>
            <p:cNvGrpSpPr/>
            <p:nvPr/>
          </p:nvGrpSpPr>
          <p:grpSpPr>
            <a:xfrm>
              <a:off x="3108783" y="4077018"/>
              <a:ext cx="608427" cy="561250"/>
              <a:chOff x="5018259" y="3679825"/>
              <a:chExt cx="1671418" cy="1472243"/>
            </a:xfrm>
          </p:grpSpPr>
          <p:sp>
            <p:nvSpPr>
              <p:cNvPr id="67" name="Oval 2">
                <a:extLst>
                  <a:ext uri="{FF2B5EF4-FFF2-40B4-BE49-F238E27FC236}">
                    <a16:creationId xmlns:a16="http://schemas.microsoft.com/office/drawing/2014/main" id="{252B57AD-8D0D-42B8-8F64-709EF2321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8" name="Object 4">
                <a:extLst>
                  <a:ext uri="{FF2B5EF4-FFF2-40B4-BE49-F238E27FC236}">
                    <a16:creationId xmlns:a16="http://schemas.microsoft.com/office/drawing/2014/main" id="{C41DCDEA-443B-4505-8516-CA7F19364CF3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018259" y="4564692"/>
              <a:ext cx="350838" cy="587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68" name="Object 4">
                            <a:extLst>
                              <a:ext uri="{FF2B5EF4-FFF2-40B4-BE49-F238E27FC236}">
                                <a16:creationId xmlns:a16="http://schemas.microsoft.com/office/drawing/2014/main" id="{C41DCDEA-443B-4505-8516-CA7F19364CF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18259" y="4564692"/>
                            <a:ext cx="350838" cy="587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" name="Object 5">
                <a:extLst>
                  <a:ext uri="{FF2B5EF4-FFF2-40B4-BE49-F238E27FC236}">
                    <a16:creationId xmlns:a16="http://schemas.microsoft.com/office/drawing/2014/main" id="{4D4BD37C-AC51-4140-B254-B0AD5876A2F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69" name="Object 5">
                            <a:extLst>
                              <a:ext uri="{FF2B5EF4-FFF2-40B4-BE49-F238E27FC236}">
                                <a16:creationId xmlns:a16="http://schemas.microsoft.com/office/drawing/2014/main" id="{4D4BD37C-AC51-4140-B254-B0AD5876A2F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0" name="Line 6">
                <a:extLst>
                  <a:ext uri="{FF2B5EF4-FFF2-40B4-BE49-F238E27FC236}">
                    <a16:creationId xmlns:a16="http://schemas.microsoft.com/office/drawing/2014/main" id="{DC52F637-259B-400B-B130-A68569BD43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02ACF81-92C1-43F3-8732-9AE76632E8EC}"/>
                </a:ext>
              </a:extLst>
            </p:cNvPr>
            <p:cNvGrpSpPr/>
            <p:nvPr/>
          </p:nvGrpSpPr>
          <p:grpSpPr>
            <a:xfrm>
              <a:off x="4979729" y="3210072"/>
              <a:ext cx="639135" cy="493834"/>
              <a:chOff x="4933902" y="3679825"/>
              <a:chExt cx="1755775" cy="1295400"/>
            </a:xfrm>
          </p:grpSpPr>
          <p:sp>
            <p:nvSpPr>
              <p:cNvPr id="63" name="Oval 2">
                <a:extLst>
                  <a:ext uri="{FF2B5EF4-FFF2-40B4-BE49-F238E27FC236}">
                    <a16:creationId xmlns:a16="http://schemas.microsoft.com/office/drawing/2014/main" id="{13B74553-CAA6-4F72-AEFA-A8ACC13E0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4" name="Object 4">
                <a:extLst>
                  <a:ext uri="{FF2B5EF4-FFF2-40B4-BE49-F238E27FC236}">
                    <a16:creationId xmlns:a16="http://schemas.microsoft.com/office/drawing/2014/main" id="{19CABC70-ED04-4595-A5B3-4DDEE3D54179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64" name="Object 4">
                            <a:extLst>
                              <a:ext uri="{FF2B5EF4-FFF2-40B4-BE49-F238E27FC236}">
                                <a16:creationId xmlns:a16="http://schemas.microsoft.com/office/drawing/2014/main" id="{19CABC70-ED04-4595-A5B3-4DDEE3D5417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" name="Object 5">
                <a:extLst>
                  <a:ext uri="{FF2B5EF4-FFF2-40B4-BE49-F238E27FC236}">
                    <a16:creationId xmlns:a16="http://schemas.microsoft.com/office/drawing/2014/main" id="{3AF680FB-66D2-4468-A3E8-BDF6B40FBDE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65" name="Object 5">
                            <a:extLst>
                              <a:ext uri="{FF2B5EF4-FFF2-40B4-BE49-F238E27FC236}">
                                <a16:creationId xmlns:a16="http://schemas.microsoft.com/office/drawing/2014/main" id="{3AF680FB-66D2-4468-A3E8-BDF6B40FBDE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6" name="Line 6">
                <a:extLst>
                  <a:ext uri="{FF2B5EF4-FFF2-40B4-BE49-F238E27FC236}">
                    <a16:creationId xmlns:a16="http://schemas.microsoft.com/office/drawing/2014/main" id="{25866F12-8BF8-4596-85E0-FE1C321F5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F070D84-BD4C-46D1-87CC-FE0454A0656B}"/>
                </a:ext>
              </a:extLst>
            </p:cNvPr>
            <p:cNvGrpSpPr/>
            <p:nvPr/>
          </p:nvGrpSpPr>
          <p:grpSpPr>
            <a:xfrm>
              <a:off x="3107171" y="2235573"/>
              <a:ext cx="577719" cy="586414"/>
              <a:chOff x="5102616" y="3436971"/>
              <a:chExt cx="1587061" cy="1538254"/>
            </a:xfrm>
          </p:grpSpPr>
          <p:sp>
            <p:nvSpPr>
              <p:cNvPr id="59" name="Oval 2">
                <a:extLst>
                  <a:ext uri="{FF2B5EF4-FFF2-40B4-BE49-F238E27FC236}">
                    <a16:creationId xmlns:a16="http://schemas.microsoft.com/office/drawing/2014/main" id="{44B2B3C5-F98F-4721-8929-927AE48FC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0" name="Object 4">
                <a:extLst>
                  <a:ext uri="{FF2B5EF4-FFF2-40B4-BE49-F238E27FC236}">
                    <a16:creationId xmlns:a16="http://schemas.microsoft.com/office/drawing/2014/main" id="{2D316245-BDE3-4819-8DC4-7078CB83235B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5102616" y="3436971"/>
              <a:ext cx="350838" cy="5873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60" name="Object 4">
                            <a:extLst>
                              <a:ext uri="{FF2B5EF4-FFF2-40B4-BE49-F238E27FC236}">
                                <a16:creationId xmlns:a16="http://schemas.microsoft.com/office/drawing/2014/main" id="{2D316245-BDE3-4819-8DC4-7078CB83235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02616" y="3436971"/>
                            <a:ext cx="350838" cy="5873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Object 5">
                <a:extLst>
                  <a:ext uri="{FF2B5EF4-FFF2-40B4-BE49-F238E27FC236}">
                    <a16:creationId xmlns:a16="http://schemas.microsoft.com/office/drawing/2014/main" id="{15FF22A9-78CF-49A0-9914-A35E9966A77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61" name="Object 5">
                            <a:extLst>
                              <a:ext uri="{FF2B5EF4-FFF2-40B4-BE49-F238E27FC236}">
                                <a16:creationId xmlns:a16="http://schemas.microsoft.com/office/drawing/2014/main" id="{15FF22A9-78CF-49A0-9914-A35E9966A77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" name="Line 6">
                <a:extLst>
                  <a:ext uri="{FF2B5EF4-FFF2-40B4-BE49-F238E27FC236}">
                    <a16:creationId xmlns:a16="http://schemas.microsoft.com/office/drawing/2014/main" id="{29DDED89-2FB9-484B-ADD1-1F8E28DE6E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2B016A7-DD0B-4E7F-AA59-4FE2DB8D9A88}"/>
                </a:ext>
              </a:extLst>
            </p:cNvPr>
            <p:cNvGrpSpPr/>
            <p:nvPr/>
          </p:nvGrpSpPr>
          <p:grpSpPr>
            <a:xfrm>
              <a:off x="4979729" y="4048572"/>
              <a:ext cx="639135" cy="493834"/>
              <a:chOff x="4933902" y="3679825"/>
              <a:chExt cx="1755775" cy="1295400"/>
            </a:xfrm>
          </p:grpSpPr>
          <p:sp>
            <p:nvSpPr>
              <p:cNvPr id="55" name="Oval 2">
                <a:extLst>
                  <a:ext uri="{FF2B5EF4-FFF2-40B4-BE49-F238E27FC236}">
                    <a16:creationId xmlns:a16="http://schemas.microsoft.com/office/drawing/2014/main" id="{A6EA0681-984F-4CB8-85E9-D568B0E123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8077" y="3679825"/>
                <a:ext cx="1371600" cy="1295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56" name="Object 4">
                <a:extLst>
                  <a:ext uri="{FF2B5EF4-FFF2-40B4-BE49-F238E27FC236}">
                    <a16:creationId xmlns:a16="http://schemas.microsoft.com/office/drawing/2014/main" id="{40C3860F-33DA-4A2A-BFAE-5F9D870EBD28}"/>
                  </a:ext>
                </a:extLst>
              </p:cNvPr>
              <p:cNvGraphicFramePr>
                <a:graphicFrameLocks noGrp="1" noChangeAspect="1"/>
              </p:cNvGraphicFramePr>
              <p:nvPr>
                <p:ph sz="quarter" idx="1"/>
              </p:nvPr>
            </p:nvGraphicFramePr>
            <p:xfrm>
              <a:off x="4933902" y="4376738"/>
              <a:ext cx="350838" cy="587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90335" progId="Equation.3">
                      <p:embed/>
                    </p:oleObj>
                  </mc:Choice>
                  <mc:Fallback>
                    <p:oleObj name="Equation" r:id="rId2" imgW="164957" imgH="190335" progId="Equation.3">
                      <p:embed/>
                      <p:pic>
                        <p:nvPicPr>
                          <p:cNvPr id="56" name="Object 4">
                            <a:extLst>
                              <a:ext uri="{FF2B5EF4-FFF2-40B4-BE49-F238E27FC236}">
                                <a16:creationId xmlns:a16="http://schemas.microsoft.com/office/drawing/2014/main" id="{40C3860F-33DA-4A2A-BFAE-5F9D870EBD2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3902" y="4376738"/>
                            <a:ext cx="350838" cy="587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" name="Object 5">
                <a:extLst>
                  <a:ext uri="{FF2B5EF4-FFF2-40B4-BE49-F238E27FC236}">
                    <a16:creationId xmlns:a16="http://schemas.microsoft.com/office/drawing/2014/main" id="{AF0C271E-CE23-4770-914F-9435D8390F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622877" y="4237038"/>
              <a:ext cx="442913" cy="614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68" imgH="203024" progId="Equation.3">
                      <p:embed/>
                    </p:oleObj>
                  </mc:Choice>
                  <mc:Fallback>
                    <p:oleObj name="Equation" r:id="rId2" imgW="152268" imgH="203024" progId="Equation.3">
                      <p:embed/>
                      <p:pic>
                        <p:nvPicPr>
                          <p:cNvPr id="57" name="Object 5">
                            <a:extLst>
                              <a:ext uri="{FF2B5EF4-FFF2-40B4-BE49-F238E27FC236}">
                                <a16:creationId xmlns:a16="http://schemas.microsoft.com/office/drawing/2014/main" id="{AF0C271E-CE23-4770-914F-9435D8390F6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22877" y="4237038"/>
                            <a:ext cx="442913" cy="614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8" name="Line 6">
                <a:extLst>
                  <a:ext uri="{FF2B5EF4-FFF2-40B4-BE49-F238E27FC236}">
                    <a16:creationId xmlns:a16="http://schemas.microsoft.com/office/drawing/2014/main" id="{E8084D56-EC65-4F4E-A34C-5E797B07FF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3877" y="3679825"/>
                <a:ext cx="0" cy="1295400"/>
              </a:xfrm>
              <a:prstGeom prst="line">
                <a:avLst/>
              </a:prstGeom>
              <a:noFill/>
              <a:ln w="9525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9757646-A7D4-40FE-A6D2-2671EBCE0CC6}"/>
                </a:ext>
              </a:extLst>
            </p:cNvPr>
            <p:cNvCxnSpPr>
              <a:stCxn id="9" idx="6"/>
              <a:endCxn id="71" idx="1"/>
            </p:cNvCxnSpPr>
            <p:nvPr/>
          </p:nvCxnSpPr>
          <p:spPr>
            <a:xfrm>
              <a:off x="2118816" y="2594781"/>
              <a:ext cx="1160381" cy="72284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7522098-8290-4F36-A284-EE5F7B97F20C}"/>
                </a:ext>
              </a:extLst>
            </p:cNvPr>
            <p:cNvCxnSpPr>
              <a:stCxn id="9" idx="6"/>
              <a:endCxn id="67" idx="1"/>
            </p:cNvCxnSpPr>
            <p:nvPr/>
          </p:nvCxnSpPr>
          <p:spPr>
            <a:xfrm>
              <a:off x="2118816" y="2594781"/>
              <a:ext cx="1172228" cy="155455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8DB64E7-50E2-4CF4-83CE-20C5A6E1B304}"/>
                </a:ext>
              </a:extLst>
            </p:cNvPr>
            <p:cNvCxnSpPr>
              <a:stCxn id="10" idx="6"/>
            </p:cNvCxnSpPr>
            <p:nvPr/>
          </p:nvCxnSpPr>
          <p:spPr>
            <a:xfrm flipV="1">
              <a:off x="2134169" y="2688576"/>
              <a:ext cx="1059773" cy="7997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19DBAE4-139B-4367-8301-A382B512C72C}"/>
                </a:ext>
              </a:extLst>
            </p:cNvPr>
            <p:cNvCxnSpPr>
              <a:stCxn id="10" idx="6"/>
              <a:endCxn id="71" idx="2"/>
            </p:cNvCxnSpPr>
            <p:nvPr/>
          </p:nvCxnSpPr>
          <p:spPr>
            <a:xfrm>
              <a:off x="2134169" y="3488363"/>
              <a:ext cx="1071909" cy="3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994FCBF-9F9B-46C0-B297-2D06F22C7B23}"/>
                </a:ext>
              </a:extLst>
            </p:cNvPr>
            <p:cNvCxnSpPr>
              <a:stCxn id="10" idx="6"/>
              <a:endCxn id="67" idx="2"/>
            </p:cNvCxnSpPr>
            <p:nvPr/>
          </p:nvCxnSpPr>
          <p:spPr>
            <a:xfrm>
              <a:off x="2134169" y="3488362"/>
              <a:ext cx="1083756" cy="8355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8CB6020-055A-4E58-8652-F1BD5BC88874}"/>
                </a:ext>
              </a:extLst>
            </p:cNvPr>
            <p:cNvCxnSpPr>
              <a:stCxn id="11" idx="6"/>
              <a:endCxn id="59" idx="3"/>
            </p:cNvCxnSpPr>
            <p:nvPr/>
          </p:nvCxnSpPr>
          <p:spPr>
            <a:xfrm flipV="1">
              <a:off x="2159758" y="2749672"/>
              <a:ext cx="1098968" cy="1546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E623A2B-16CF-48F7-A46D-0C07C9DE2D36}"/>
                </a:ext>
              </a:extLst>
            </p:cNvPr>
            <p:cNvCxnSpPr>
              <a:stCxn id="11" idx="6"/>
              <a:endCxn id="71" idx="3"/>
            </p:cNvCxnSpPr>
            <p:nvPr/>
          </p:nvCxnSpPr>
          <p:spPr>
            <a:xfrm flipV="1">
              <a:off x="2159759" y="3666820"/>
              <a:ext cx="1119438" cy="6296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94AFDEC-C2F3-4DDC-93BB-EAB499F5558E}"/>
                </a:ext>
              </a:extLst>
            </p:cNvPr>
            <p:cNvCxnSpPr>
              <a:stCxn id="11" idx="6"/>
            </p:cNvCxnSpPr>
            <p:nvPr/>
          </p:nvCxnSpPr>
          <p:spPr>
            <a:xfrm>
              <a:off x="2159759" y="4296473"/>
              <a:ext cx="1044584" cy="1194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30DEFE3-CB52-45CE-A1D3-C4548730C3AD}"/>
                </a:ext>
              </a:extLst>
            </p:cNvPr>
            <p:cNvCxnSpPr>
              <a:stCxn id="59" idx="6"/>
            </p:cNvCxnSpPr>
            <p:nvPr/>
          </p:nvCxnSpPr>
          <p:spPr>
            <a:xfrm>
              <a:off x="3684890" y="2575070"/>
              <a:ext cx="1434686" cy="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82908B0-EF93-4611-B4A0-6059BF960CEA}"/>
                </a:ext>
              </a:extLst>
            </p:cNvPr>
            <p:cNvCxnSpPr>
              <a:stCxn id="59" idx="6"/>
              <a:endCxn id="63" idx="2"/>
            </p:cNvCxnSpPr>
            <p:nvPr/>
          </p:nvCxnSpPr>
          <p:spPr>
            <a:xfrm>
              <a:off x="3684890" y="2575071"/>
              <a:ext cx="1434686" cy="88191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03FE33B-F89C-4952-8F28-8FC6D4925134}"/>
                </a:ext>
              </a:extLst>
            </p:cNvPr>
            <p:cNvCxnSpPr>
              <a:stCxn id="59" idx="6"/>
              <a:endCxn id="55" idx="2"/>
            </p:cNvCxnSpPr>
            <p:nvPr/>
          </p:nvCxnSpPr>
          <p:spPr>
            <a:xfrm>
              <a:off x="3684890" y="2575071"/>
              <a:ext cx="1434686" cy="1720418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BB64907-A324-4895-B5CA-BFDDCBC7EB19}"/>
                </a:ext>
              </a:extLst>
            </p:cNvPr>
            <p:cNvCxnSpPr>
              <a:stCxn id="71" idx="6"/>
              <a:endCxn id="75" idx="2"/>
            </p:cNvCxnSpPr>
            <p:nvPr/>
          </p:nvCxnSpPr>
          <p:spPr>
            <a:xfrm flipV="1">
              <a:off x="3705363" y="2642170"/>
              <a:ext cx="1386544" cy="8500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DC55E28-7DC6-42B1-B281-44FC50E99F62}"/>
                </a:ext>
              </a:extLst>
            </p:cNvPr>
            <p:cNvCxnSpPr>
              <a:stCxn id="71" idx="6"/>
              <a:endCxn id="63" idx="2"/>
            </p:cNvCxnSpPr>
            <p:nvPr/>
          </p:nvCxnSpPr>
          <p:spPr>
            <a:xfrm flipV="1">
              <a:off x="3705362" y="3456988"/>
              <a:ext cx="1414214" cy="35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09CA846-1B39-4400-9C3E-4346CB1B8F8F}"/>
                </a:ext>
              </a:extLst>
            </p:cNvPr>
            <p:cNvCxnSpPr>
              <a:stCxn id="71" idx="6"/>
              <a:endCxn id="55" idx="2"/>
            </p:cNvCxnSpPr>
            <p:nvPr/>
          </p:nvCxnSpPr>
          <p:spPr>
            <a:xfrm>
              <a:off x="3705362" y="3492222"/>
              <a:ext cx="1414214" cy="8032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1B35012-CFBF-4A5A-A9AF-4DD710043ED3}"/>
                </a:ext>
              </a:extLst>
            </p:cNvPr>
            <p:cNvCxnSpPr>
              <a:stCxn id="67" idx="6"/>
              <a:endCxn id="75" idx="3"/>
            </p:cNvCxnSpPr>
            <p:nvPr/>
          </p:nvCxnSpPr>
          <p:spPr>
            <a:xfrm flipV="1">
              <a:off x="3717210" y="2816767"/>
              <a:ext cx="1447815" cy="1507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BC2C1B2-D589-4385-8AC4-296735DF8133}"/>
                </a:ext>
              </a:extLst>
            </p:cNvPr>
            <p:cNvCxnSpPr>
              <a:stCxn id="67" idx="6"/>
              <a:endCxn id="63" idx="3"/>
            </p:cNvCxnSpPr>
            <p:nvPr/>
          </p:nvCxnSpPr>
          <p:spPr>
            <a:xfrm flipV="1">
              <a:off x="3717210" y="3631585"/>
              <a:ext cx="1475485" cy="6923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32E6080-8BD5-40D4-941C-D5906DBB8998}"/>
                </a:ext>
              </a:extLst>
            </p:cNvPr>
            <p:cNvCxnSpPr>
              <a:stCxn id="67" idx="6"/>
              <a:endCxn id="55" idx="2"/>
            </p:cNvCxnSpPr>
            <p:nvPr/>
          </p:nvCxnSpPr>
          <p:spPr>
            <a:xfrm flipV="1">
              <a:off x="3717210" y="4295489"/>
              <a:ext cx="1402366" cy="284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F898A22-0B46-405C-A319-DA01BA2F288E}"/>
                </a:ext>
              </a:extLst>
            </p:cNvPr>
            <p:cNvSpPr txBox="1"/>
            <p:nvPr/>
          </p:nvSpPr>
          <p:spPr>
            <a:xfrm>
              <a:off x="4208972" y="2289194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7F13FCD-C210-4F61-A8E8-0580C2439D02}"/>
                </a:ext>
              </a:extLst>
            </p:cNvPr>
            <p:cNvSpPr txBox="1"/>
            <p:nvPr/>
          </p:nvSpPr>
          <p:spPr>
            <a:xfrm>
              <a:off x="5283473" y="3790792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n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E33E9A4-436F-46E4-90B3-90A48B142139}"/>
                </a:ext>
              </a:extLst>
            </p:cNvPr>
            <p:cNvCxnSpPr>
              <a:stCxn id="75" idx="6"/>
            </p:cNvCxnSpPr>
            <p:nvPr/>
          </p:nvCxnSpPr>
          <p:spPr>
            <a:xfrm flipV="1">
              <a:off x="5591194" y="2641545"/>
              <a:ext cx="765251" cy="6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6FB1DAE-51CA-46B8-B3ED-995354FBF775}"/>
                </a:ext>
              </a:extLst>
            </p:cNvPr>
            <p:cNvCxnSpPr>
              <a:stCxn id="63" idx="6"/>
            </p:cNvCxnSpPr>
            <p:nvPr/>
          </p:nvCxnSpPr>
          <p:spPr>
            <a:xfrm flipV="1">
              <a:off x="5618863" y="3435279"/>
              <a:ext cx="811328" cy="217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DCE4A7-7D59-4574-8757-5BE7B3F9EB35}"/>
                </a:ext>
              </a:extLst>
            </p:cNvPr>
            <p:cNvCxnSpPr>
              <a:stCxn id="55" idx="6"/>
            </p:cNvCxnSpPr>
            <p:nvPr/>
          </p:nvCxnSpPr>
          <p:spPr>
            <a:xfrm flipV="1">
              <a:off x="5618863" y="4289439"/>
              <a:ext cx="737582" cy="60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4539DE2-46F2-436C-B2FD-5F0792E0DD39}"/>
                </a:ext>
              </a:extLst>
            </p:cNvPr>
            <p:cNvSpPr txBox="1"/>
            <p:nvPr/>
          </p:nvSpPr>
          <p:spPr>
            <a:xfrm>
              <a:off x="5795291" y="2364545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9114F14-AB3A-4D3C-826C-20BD00C03ADF}"/>
                </a:ext>
              </a:extLst>
            </p:cNvPr>
            <p:cNvSpPr txBox="1"/>
            <p:nvPr/>
          </p:nvSpPr>
          <p:spPr>
            <a:xfrm>
              <a:off x="5831825" y="3164948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CBBFAFA-966D-4304-BFC3-2D087A4381EA}"/>
                </a:ext>
              </a:extLst>
            </p:cNvPr>
            <p:cNvSpPr txBox="1"/>
            <p:nvPr/>
          </p:nvSpPr>
          <p:spPr>
            <a:xfrm>
              <a:off x="5826227" y="3983993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o3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B522F7C-4A57-4970-A908-CD7AF3D49E09}"/>
                </a:ext>
              </a:extLst>
            </p:cNvPr>
            <p:cNvSpPr txBox="1"/>
            <p:nvPr/>
          </p:nvSpPr>
          <p:spPr>
            <a:xfrm>
              <a:off x="3412510" y="2406566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1329180-3D3F-4DA9-895E-EE13EDFF566D}"/>
                </a:ext>
              </a:extLst>
            </p:cNvPr>
            <p:cNvSpPr txBox="1"/>
            <p:nvPr/>
          </p:nvSpPr>
          <p:spPr>
            <a:xfrm>
              <a:off x="3413630" y="3369453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687EEC6-5AC7-4719-B367-07F7C33D915D}"/>
                </a:ext>
              </a:extLst>
            </p:cNvPr>
            <p:cNvSpPr txBox="1"/>
            <p:nvPr/>
          </p:nvSpPr>
          <p:spPr>
            <a:xfrm>
              <a:off x="3445031" y="4209408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h3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8017305-1F4D-49B9-8F21-2EA8CE0F2E0B}"/>
                </a:ext>
              </a:extLst>
            </p:cNvPr>
            <p:cNvSpPr txBox="1"/>
            <p:nvPr/>
          </p:nvSpPr>
          <p:spPr>
            <a:xfrm>
              <a:off x="4061528" y="2676557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3FE6DE5-9E69-4EC5-AD35-318DFB9D8D01}"/>
                </a:ext>
              </a:extLst>
            </p:cNvPr>
            <p:cNvSpPr txBox="1"/>
            <p:nvPr/>
          </p:nvSpPr>
          <p:spPr>
            <a:xfrm>
              <a:off x="3712023" y="2755235"/>
              <a:ext cx="444921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V</a:t>
              </a:r>
              <a:r>
                <a:rPr lang="en-US" sz="1350" baseline="-25000" dirty="0"/>
                <a:t>13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5D07D48-40B2-4EA1-948C-4FE059BBBE11}"/>
                </a:ext>
              </a:extLst>
            </p:cNvPr>
            <p:cNvSpPr txBox="1"/>
            <p:nvPr/>
          </p:nvSpPr>
          <p:spPr>
            <a:xfrm>
              <a:off x="2435380" y="2312448"/>
              <a:ext cx="507117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11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937A105-ABFF-409B-907D-2E73F4D2267E}"/>
                </a:ext>
              </a:extLst>
            </p:cNvPr>
            <p:cNvSpPr txBox="1"/>
            <p:nvPr/>
          </p:nvSpPr>
          <p:spPr>
            <a:xfrm>
              <a:off x="2446121" y="2649176"/>
              <a:ext cx="595280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5E99A92-AF77-4724-8D9A-12AFA3395BB2}"/>
                </a:ext>
              </a:extLst>
            </p:cNvPr>
            <p:cNvSpPr txBox="1"/>
            <p:nvPr/>
          </p:nvSpPr>
          <p:spPr>
            <a:xfrm>
              <a:off x="2030060" y="2772892"/>
              <a:ext cx="534015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W</a:t>
              </a:r>
              <a:r>
                <a:rPr lang="en-US" sz="1350" baseline="-25000" dirty="0"/>
                <a:t>13</a:t>
              </a:r>
            </a:p>
          </p:txBody>
        </p:sp>
      </p:grpSp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D730239A-FB8A-46ED-853D-50E39B0A4503}"/>
              </a:ext>
            </a:extLst>
          </p:cNvPr>
          <p:cNvSpPr/>
          <p:nvPr/>
        </p:nvSpPr>
        <p:spPr>
          <a:xfrm>
            <a:off x="2258632" y="2158151"/>
            <a:ext cx="1532992" cy="18499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677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083360"/>
            <a:ext cx="5428296" cy="924612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10"/>
              </a:spcBef>
              <a:buFont typeface="Arial" panose="020B0604020202020204" pitchFamily="34" charset="0"/>
              <a:buChar char="•"/>
            </a:pPr>
            <a:r>
              <a:rPr lang="en-US" sz="2000" spc="-15" dirty="0">
                <a:solidFill>
                  <a:srgbClr val="00026A"/>
                </a:solidFill>
                <a:latin typeface="Calibri"/>
                <a:cs typeface="Calibri"/>
              </a:rPr>
              <a:t>SVM</a:t>
            </a:r>
          </a:p>
          <a:p>
            <a:pPr marL="355600" indent="-342900">
              <a:lnSpc>
                <a:spcPct val="100000"/>
              </a:lnSpc>
              <a:spcBef>
                <a:spcPts val="1210"/>
              </a:spcBef>
              <a:buFont typeface="Arial" panose="020B0604020202020204" pitchFamily="34" charset="0"/>
              <a:buChar char="•"/>
            </a:pPr>
            <a:r>
              <a:rPr lang="en-US" sz="2000" spc="-15" dirty="0">
                <a:solidFill>
                  <a:srgbClr val="00026A"/>
                </a:solidFill>
                <a:latin typeface="Calibri"/>
                <a:cs typeface="Calibri"/>
              </a:rPr>
              <a:t>MLP</a:t>
            </a:r>
            <a:endParaRPr lang="en-US" sz="2000" dirty="0"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558069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Python Exercise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2848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9EB2E9FB630D499918B8F6CAC84B60" ma:contentTypeVersion="3" ma:contentTypeDescription="Create a new document." ma:contentTypeScope="" ma:versionID="4fd7eb3e58b85baec0fd0cf169f544d9">
  <xsd:schema xmlns:xsd="http://www.w3.org/2001/XMLSchema" xmlns:xs="http://www.w3.org/2001/XMLSchema" xmlns:p="http://schemas.microsoft.com/office/2006/metadata/properties" xmlns:ns2="c974d4e5-f305-4feb-a004-2bd06caf3c2b" targetNamespace="http://schemas.microsoft.com/office/2006/metadata/properties" ma:root="true" ma:fieldsID="ff8484fd76a4646b7414ae59c5a5f383" ns2:_="">
    <xsd:import namespace="c974d4e5-f305-4feb-a004-2bd06caf3c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74d4e5-f305-4feb-a004-2bd06caf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4BCE35-D2C7-4322-BF07-121EC9B57E7F}"/>
</file>

<file path=customXml/itemProps2.xml><?xml version="1.0" encoding="utf-8"?>
<ds:datastoreItem xmlns:ds="http://schemas.openxmlformats.org/officeDocument/2006/customXml" ds:itemID="{9CAAECF7-1A54-4C6A-B850-B5BB9CA9F235}"/>
</file>

<file path=customXml/itemProps3.xml><?xml version="1.0" encoding="utf-8"?>
<ds:datastoreItem xmlns:ds="http://schemas.openxmlformats.org/officeDocument/2006/customXml" ds:itemID="{9738A5EE-88D4-4F89-BE4B-53C1766D334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1562</TotalTime>
  <Words>1085</Words>
  <Application>Microsoft Office PowerPoint</Application>
  <PresentationFormat>On-screen Show (16:9)</PresentationFormat>
  <Paragraphs>293</Paragraphs>
  <Slides>26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Cambria Math</vt:lpstr>
      <vt:lpstr>Corbel</vt:lpstr>
      <vt:lpstr>Office Theme</vt:lpstr>
      <vt:lpstr>Equation</vt:lpstr>
      <vt:lpstr>PowerPoint Presentation</vt:lpstr>
      <vt:lpstr>In this lesson … Part-1</vt:lpstr>
      <vt:lpstr>Support Vector classifier</vt:lpstr>
      <vt:lpstr>Support Vector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Support Vector Machines</vt:lpstr>
      <vt:lpstr>In this lesson … Part-1</vt:lpstr>
      <vt:lpstr>The Perceptron</vt:lpstr>
      <vt:lpstr>Activation Function</vt:lpstr>
      <vt:lpstr>Multiple Layers Perceptron (MLP)</vt:lpstr>
      <vt:lpstr>ANNs Learning</vt:lpstr>
      <vt:lpstr>ANNs Learning</vt:lpstr>
      <vt:lpstr>ANNs Learning</vt:lpstr>
      <vt:lpstr>ANNs Learning</vt:lpstr>
      <vt:lpstr>ANNs Learning</vt:lpstr>
      <vt:lpstr>ANNs Learning</vt:lpstr>
      <vt:lpstr>ANNs Learning</vt:lpstr>
      <vt:lpstr>ANNs Learning</vt:lpstr>
      <vt:lpstr>ANNs Learning</vt:lpstr>
      <vt:lpstr>Python Exercise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this lesson … Part 1</dc:title>
  <cp:lastModifiedBy>Maha Saadeh</cp:lastModifiedBy>
  <cp:revision>270</cp:revision>
  <dcterms:created xsi:type="dcterms:W3CDTF">2020-12-02T08:32:33Z</dcterms:created>
  <dcterms:modified xsi:type="dcterms:W3CDTF">2026-02-16T08:47:51Z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2020-11-30T00:00:00Z</vt:filetime>
  </property>
  <property fmtid="{D5CDD505-2E9C-101B-9397-08002B2CF9AE}" pid="3" name="LastSaved">
    <vt:filetime>2020-12-02T00:00:00Z</vt:filetime>
  </property>
  <property fmtid="{D5CDD505-2E9C-101B-9397-08002B2CF9AE}" pid="4" name="ContentTypeId">
    <vt:lpwstr>0x0101003A9EB2E9FB630D499918B8F6CAC84B60</vt:lpwstr>
  </property>
</Properties>
</file>